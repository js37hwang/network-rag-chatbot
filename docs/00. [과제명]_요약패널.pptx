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bookmarkIdSeed="2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612" r:id="rId2"/>
  </p:sldIdLst>
  <p:sldSz cx="9601200" cy="12801600" type="A3"/>
  <p:notesSz cx="6802438" cy="9934575"/>
  <p:embeddedFontLst>
    <p:embeddedFont>
      <p:font typeface="배달의민족 주아" panose="020B0604020202020204" charset="-127"/>
      <p:regular r:id="rId5"/>
    </p:embeddedFont>
    <p:embeddedFont>
      <p:font typeface="Malgun Gothic" panose="020B0503020000020004" pitchFamily="34" charset="-127"/>
      <p:regular r:id="rId6"/>
      <p:bold r:id="rId7"/>
    </p:embeddedFont>
    <p:embeddedFont>
      <p:font typeface="Malgun Gothic" panose="020B0503020000020004" pitchFamily="34" charset="-127"/>
      <p:regular r:id="rId6"/>
      <p:bold r:id="rId7"/>
    </p:embeddedFont>
  </p:embeddedFontLst>
  <p:defaultTextStyle>
    <a:defPPr>
      <a:defRPr lang="ko-KR"/>
    </a:defPPr>
    <a:lvl1pPr marL="0" algn="l" defTabSz="1280160" rtl="0" eaLnBrk="1" latinLnBrk="1" hangingPunct="1">
      <a:defRPr sz="2520" kern="1200">
        <a:solidFill>
          <a:schemeClr val="tx1"/>
        </a:solidFill>
        <a:latin typeface="+mn-lt"/>
        <a:ea typeface="+mn-ea"/>
        <a:cs typeface="+mn-cs"/>
      </a:defRPr>
    </a:lvl1pPr>
    <a:lvl2pPr marL="640080" algn="l" defTabSz="1280160" rtl="0" eaLnBrk="1" latinLnBrk="1" hangingPunct="1">
      <a:defRPr sz="2520" kern="1200">
        <a:solidFill>
          <a:schemeClr val="tx1"/>
        </a:solidFill>
        <a:latin typeface="+mn-lt"/>
        <a:ea typeface="+mn-ea"/>
        <a:cs typeface="+mn-cs"/>
      </a:defRPr>
    </a:lvl2pPr>
    <a:lvl3pPr marL="1280160" algn="l" defTabSz="1280160" rtl="0" eaLnBrk="1" latinLnBrk="1" hangingPunct="1">
      <a:defRPr sz="2520" kern="1200">
        <a:solidFill>
          <a:schemeClr val="tx1"/>
        </a:solidFill>
        <a:latin typeface="+mn-lt"/>
        <a:ea typeface="+mn-ea"/>
        <a:cs typeface="+mn-cs"/>
      </a:defRPr>
    </a:lvl3pPr>
    <a:lvl4pPr marL="1920240" algn="l" defTabSz="1280160" rtl="0" eaLnBrk="1" latinLnBrk="1" hangingPunct="1">
      <a:defRPr sz="2520" kern="1200">
        <a:solidFill>
          <a:schemeClr val="tx1"/>
        </a:solidFill>
        <a:latin typeface="+mn-lt"/>
        <a:ea typeface="+mn-ea"/>
        <a:cs typeface="+mn-cs"/>
      </a:defRPr>
    </a:lvl4pPr>
    <a:lvl5pPr marL="2560320" algn="l" defTabSz="1280160" rtl="0" eaLnBrk="1" latinLnBrk="1" hangingPunct="1">
      <a:defRPr sz="2520" kern="1200">
        <a:solidFill>
          <a:schemeClr val="tx1"/>
        </a:solidFill>
        <a:latin typeface="+mn-lt"/>
        <a:ea typeface="+mn-ea"/>
        <a:cs typeface="+mn-cs"/>
      </a:defRPr>
    </a:lvl5pPr>
    <a:lvl6pPr marL="3200400" algn="l" defTabSz="1280160" rtl="0" eaLnBrk="1" latinLnBrk="1" hangingPunct="1">
      <a:defRPr sz="2520" kern="1200">
        <a:solidFill>
          <a:schemeClr val="tx1"/>
        </a:solidFill>
        <a:latin typeface="+mn-lt"/>
        <a:ea typeface="+mn-ea"/>
        <a:cs typeface="+mn-cs"/>
      </a:defRPr>
    </a:lvl6pPr>
    <a:lvl7pPr marL="3840480" algn="l" defTabSz="1280160" rtl="0" eaLnBrk="1" latinLnBrk="1" hangingPunct="1">
      <a:defRPr sz="2520" kern="1200">
        <a:solidFill>
          <a:schemeClr val="tx1"/>
        </a:solidFill>
        <a:latin typeface="+mn-lt"/>
        <a:ea typeface="+mn-ea"/>
        <a:cs typeface="+mn-cs"/>
      </a:defRPr>
    </a:lvl7pPr>
    <a:lvl8pPr marL="4480560" algn="l" defTabSz="1280160" rtl="0" eaLnBrk="1" latinLnBrk="1" hangingPunct="1">
      <a:defRPr sz="2520" kern="1200">
        <a:solidFill>
          <a:schemeClr val="tx1"/>
        </a:solidFill>
        <a:latin typeface="+mn-lt"/>
        <a:ea typeface="+mn-ea"/>
        <a:cs typeface="+mn-cs"/>
      </a:defRPr>
    </a:lvl8pPr>
    <a:lvl9pPr marL="5120640" algn="l" defTabSz="1280160" rtl="0" eaLnBrk="1" latinLnBrk="1" hangingPunct="1">
      <a:defRPr sz="252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pos="5167" userDrawn="1">
          <p15:clr>
            <a:srgbClr val="A4A3A4"/>
          </p15:clr>
        </p15:guide>
        <p15:guide id="10" pos="413" userDrawn="1">
          <p15:clr>
            <a:srgbClr val="A4A3A4"/>
          </p15:clr>
        </p15:guide>
        <p15:guide id="11" pos="5453" userDrawn="1">
          <p15:clr>
            <a:srgbClr val="A4A3A4"/>
          </p15:clr>
        </p15:guide>
        <p15:guide id="12" orient="horz" pos="4032" userDrawn="1">
          <p15:clr>
            <a:srgbClr val="A4A3A4"/>
          </p15:clr>
        </p15:guide>
        <p15:guide id="13" pos="643" userDrawn="1">
          <p15:clr>
            <a:srgbClr val="A4A3A4"/>
          </p15:clr>
        </p15:guide>
        <p15:guide id="14" pos="1833" userDrawn="1">
          <p15:clr>
            <a:srgbClr val="A4A3A4"/>
          </p15:clr>
        </p15:guide>
        <p15:guide id="15" pos="3024" userDrawn="1">
          <p15:clr>
            <a:srgbClr val="A4A3A4"/>
          </p15:clr>
        </p15:guide>
        <p15:guide id="16" pos="426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CD5D"/>
    <a:srgbClr val="DD8005"/>
    <a:srgbClr val="4172AD"/>
    <a:srgbClr val="BF5A0E"/>
    <a:srgbClr val="BA3916"/>
    <a:srgbClr val="FEBF12"/>
    <a:srgbClr val="F8BC0D"/>
    <a:srgbClr val="0E2F57"/>
    <a:srgbClr val="F17C50"/>
    <a:srgbClr val="1E2E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1A3358-3BBB-9A06-0A41-1E555D9E0975}" v="3" dt="2025-07-07T00:13:31.2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5167"/>
        <p:guide pos="413"/>
        <p:guide pos="5453"/>
        <p:guide orient="horz" pos="4032"/>
        <p:guide pos="643"/>
        <p:guide pos="1833"/>
        <p:guide pos="3024"/>
        <p:guide pos="4262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ableStyles" Target="tableStyles.xml"/><Relationship Id="rId5" Type="http://schemas.openxmlformats.org/officeDocument/2006/relationships/font" Target="fonts/font1.fntdata"/><Relationship Id="rId10" Type="http://schemas.openxmlformats.org/officeDocument/2006/relationships/theme" Target="theme/theme1.xml"/><Relationship Id="rId4" Type="http://schemas.openxmlformats.org/officeDocument/2006/relationships/handoutMaster" Target="handoutMasters/handout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wonDongWoon" userId="S::2420340029@office.kopo.ac.kr::fbade0b3-925c-40c4-aa2c-481b01695c69" providerId="AD" clId="Web-{75A73B1E-3683-B044-8E0F-D6248B03C624}"/>
    <pc:docChg chg="modSld">
      <pc:chgData name="KwonDongWoon" userId="S::2420340029@office.kopo.ac.kr::fbade0b3-925c-40c4-aa2c-481b01695c69" providerId="AD" clId="Web-{75A73B1E-3683-B044-8E0F-D6248B03C624}" dt="2024-05-13T04:42:18.456" v="63"/>
      <pc:docMkLst>
        <pc:docMk/>
      </pc:docMkLst>
      <pc:sldChg chg="addSp delSp modSp">
        <pc:chgData name="KwonDongWoon" userId="S::2420340029@office.kopo.ac.kr::fbade0b3-925c-40c4-aa2c-481b01695c69" providerId="AD" clId="Web-{75A73B1E-3683-B044-8E0F-D6248B03C624}" dt="2024-05-13T04:42:18.456" v="63"/>
        <pc:sldMkLst>
          <pc:docMk/>
          <pc:sldMk cId="3705505213" sldId="612"/>
        </pc:sldMkLst>
      </pc:sldChg>
    </pc:docChg>
  </pc:docChgLst>
  <pc:docChgLst>
    <pc:chgData name="KwonDongWoon" userId="S::2420340029@office.kopo.ac.kr::fbade0b3-925c-40c4-aa2c-481b01695c69" providerId="AD" clId="Web-{9E07CB9C-44A8-3994-27CF-EBC43503C73A}"/>
    <pc:docChg chg="modSld">
      <pc:chgData name="KwonDongWoon" userId="S::2420340029@office.kopo.ac.kr::fbade0b3-925c-40c4-aa2c-481b01695c69" providerId="AD" clId="Web-{9E07CB9C-44A8-3994-27CF-EBC43503C73A}" dt="2024-05-13T04:44:06.055" v="3" actId="1076"/>
      <pc:docMkLst>
        <pc:docMk/>
      </pc:docMkLst>
      <pc:sldChg chg="addSp modSp">
        <pc:chgData name="KwonDongWoon" userId="S::2420340029@office.kopo.ac.kr::fbade0b3-925c-40c4-aa2c-481b01695c69" providerId="AD" clId="Web-{9E07CB9C-44A8-3994-27CF-EBC43503C73A}" dt="2024-05-13T04:44:06.055" v="3" actId="1076"/>
        <pc:sldMkLst>
          <pc:docMk/>
          <pc:sldMk cId="3705505213" sldId="612"/>
        </pc:sldMkLst>
      </pc:sldChg>
    </pc:docChg>
  </pc:docChgLst>
  <pc:docChgLst>
    <pc:chgData name="게스트 사용자" userId="S::urn:spo:anon#ede4f8ce5a7ec4bd34a02db6f1e922ce3947f107c0420969af254abad233c720::" providerId="AD" clId="Web-{571C962D-DE2B-09C2-5698-28E596B98349}"/>
    <pc:docChg chg="modSld">
      <pc:chgData name="게스트 사용자" userId="S::urn:spo:anon#ede4f8ce5a7ec4bd34a02db6f1e922ce3947f107c0420969af254abad233c720::" providerId="AD" clId="Web-{571C962D-DE2B-09C2-5698-28E596B98349}" dt="2021-07-08T04:26:25.814" v="0"/>
      <pc:docMkLst>
        <pc:docMk/>
      </pc:docMkLst>
      <pc:sldChg chg="addSp">
        <pc:chgData name="게스트 사용자" userId="S::urn:spo:anon#ede4f8ce5a7ec4bd34a02db6f1e922ce3947f107c0420969af254abad233c720::" providerId="AD" clId="Web-{571C962D-DE2B-09C2-5698-28E596B98349}" dt="2021-07-08T04:26:25.814" v="0"/>
        <pc:sldMkLst>
          <pc:docMk/>
          <pc:sldMk cId="3705505213" sldId="612"/>
        </pc:sldMkLst>
      </pc:sldChg>
    </pc:docChg>
  </pc:docChgLst>
  <pc:docChgLst>
    <pc:chgData name="김태일" userId="S::2420340036@office.kopo.ac.kr::e71fe4bf-0ad6-481d-a27c-21cc90c46af8" providerId="AD" clId="Web-{162D56C8-99B7-32AA-1540-EFCEEB00B77C}"/>
    <pc:docChg chg="modSld">
      <pc:chgData name="김태일" userId="S::2420340036@office.kopo.ac.kr::e71fe4bf-0ad6-481d-a27c-21cc90c46af8" providerId="AD" clId="Web-{162D56C8-99B7-32AA-1540-EFCEEB00B77C}" dt="2024-05-12T07:32:08.684" v="2" actId="20577"/>
      <pc:docMkLst>
        <pc:docMk/>
      </pc:docMkLst>
      <pc:sldChg chg="modSp">
        <pc:chgData name="김태일" userId="S::2420340036@office.kopo.ac.kr::e71fe4bf-0ad6-481d-a27c-21cc90c46af8" providerId="AD" clId="Web-{162D56C8-99B7-32AA-1540-EFCEEB00B77C}" dt="2024-05-12T07:32:08.684" v="2" actId="20577"/>
        <pc:sldMkLst>
          <pc:docMk/>
          <pc:sldMk cId="3705505213" sldId="612"/>
        </pc:sldMkLst>
      </pc:sldChg>
    </pc:docChg>
  </pc:docChgLst>
  <pc:docChgLst>
    <pc:chgData name="KwonDongWoon" userId="S::2420340029@office.kopo.ac.kr::fbade0b3-925c-40c4-aa2c-481b01695c69" providerId="AD" clId="Web-{428F997E-CE87-C9A0-801F-6375770E3D8A}"/>
    <pc:docChg chg="modSld">
      <pc:chgData name="KwonDongWoon" userId="S::2420340029@office.kopo.ac.kr::fbade0b3-925c-40c4-aa2c-481b01695c69" providerId="AD" clId="Web-{428F997E-CE87-C9A0-801F-6375770E3D8A}" dt="2024-05-13T04:35:51.159" v="354" actId="20577"/>
      <pc:docMkLst>
        <pc:docMk/>
      </pc:docMkLst>
      <pc:sldChg chg="addSp delSp modSp">
        <pc:chgData name="KwonDongWoon" userId="S::2420340029@office.kopo.ac.kr::fbade0b3-925c-40c4-aa2c-481b01695c69" providerId="AD" clId="Web-{428F997E-CE87-C9A0-801F-6375770E3D8A}" dt="2024-05-13T04:35:51.159" v="354" actId="20577"/>
        <pc:sldMkLst>
          <pc:docMk/>
          <pc:sldMk cId="3705505213" sldId="612"/>
        </pc:sldMkLst>
      </pc:sldChg>
    </pc:docChg>
  </pc:docChgLst>
  <pc:docChgLst>
    <pc:chgData name="DOHMISOL" userId="S::2320340034@office.kopo.ac.kr::26fdb92d-8524-4ff5-9d96-748d26bc0184" providerId="AD" clId="Web-{A30FD292-EF2C-401C-2ADB-D93D40B72DBD}"/>
    <pc:docChg chg="modSld">
      <pc:chgData name="DOHMISOL" userId="S::2320340034@office.kopo.ac.kr::26fdb92d-8524-4ff5-9d96-748d26bc0184" providerId="AD" clId="Web-{A30FD292-EF2C-401C-2ADB-D93D40B72DBD}" dt="2023-07-03T07:24:57.168" v="3" actId="20577"/>
      <pc:docMkLst>
        <pc:docMk/>
      </pc:docMkLst>
      <pc:sldChg chg="modSp">
        <pc:chgData name="DOHMISOL" userId="S::2320340034@office.kopo.ac.kr::26fdb92d-8524-4ff5-9d96-748d26bc0184" providerId="AD" clId="Web-{A30FD292-EF2C-401C-2ADB-D93D40B72DBD}" dt="2023-07-03T07:24:57.168" v="3" actId="20577"/>
        <pc:sldMkLst>
          <pc:docMk/>
          <pc:sldMk cId="3705505213" sldId="612"/>
        </pc:sldMkLst>
      </pc:sldChg>
    </pc:docChg>
  </pc:docChgLst>
  <pc:docChgLst>
    <pc:chgData name="KwonDongWoon" userId="S::2420340029@office.kopo.ac.kr::fbade0b3-925c-40c4-aa2c-481b01695c69" providerId="AD" clId="Web-{F770FDB2-A880-EA54-322A-EF4B7C7948E7}"/>
    <pc:docChg chg="modSld">
      <pc:chgData name="KwonDongWoon" userId="S::2420340029@office.kopo.ac.kr::fbade0b3-925c-40c4-aa2c-481b01695c69" providerId="AD" clId="Web-{F770FDB2-A880-EA54-322A-EF4B7C7948E7}" dt="2024-05-13T04:43:35.924" v="26" actId="20577"/>
      <pc:docMkLst>
        <pc:docMk/>
      </pc:docMkLst>
      <pc:sldChg chg="addSp delSp modSp">
        <pc:chgData name="KwonDongWoon" userId="S::2420340029@office.kopo.ac.kr::fbade0b3-925c-40c4-aa2c-481b01695c69" providerId="AD" clId="Web-{F770FDB2-A880-EA54-322A-EF4B7C7948E7}" dt="2024-05-13T04:43:35.924" v="26" actId="20577"/>
        <pc:sldMkLst>
          <pc:docMk/>
          <pc:sldMk cId="3705505213" sldId="612"/>
        </pc:sldMkLst>
      </pc:sldChg>
    </pc:docChg>
  </pc:docChgLst>
  <pc:docChgLst>
    <pc:chgData name="게스트 사용자" userId="S::urn:spo:anon#ede4f8ce5a7ec4bd34a02db6f1e922ce3947f107c0420969af254abad233c720::" providerId="AD" clId="Web-{D9BC2DDC-E1EF-6130-19BD-EFEEA99537E6}"/>
    <pc:docChg chg="modSld">
      <pc:chgData name="게스트 사용자" userId="S::urn:spo:anon#ede4f8ce5a7ec4bd34a02db6f1e922ce3947f107c0420969af254abad233c720::" providerId="AD" clId="Web-{D9BC2DDC-E1EF-6130-19BD-EFEEA99537E6}" dt="2021-06-24T00:37:17.421" v="32" actId="20577"/>
      <pc:docMkLst>
        <pc:docMk/>
      </pc:docMkLst>
      <pc:sldChg chg="modSp">
        <pc:chgData name="게스트 사용자" userId="S::urn:spo:anon#ede4f8ce5a7ec4bd34a02db6f1e922ce3947f107c0420969af254abad233c720::" providerId="AD" clId="Web-{D9BC2DDC-E1EF-6130-19BD-EFEEA99537E6}" dt="2021-06-24T00:37:17.421" v="32" actId="20577"/>
        <pc:sldMkLst>
          <pc:docMk/>
          <pc:sldMk cId="3705505213" sldId="612"/>
        </pc:sldMkLst>
      </pc:sldChg>
    </pc:docChg>
  </pc:docChgLst>
  <pc:docChgLst>
    <pc:chgData name="KwonDongWoon" userId="S::2420340029@office.kopo.ac.kr::fbade0b3-925c-40c4-aa2c-481b01695c69" providerId="AD" clId="Web-{9D5FE692-243B-0306-196C-7F271BB356F0}"/>
    <pc:docChg chg="modSld">
      <pc:chgData name="KwonDongWoon" userId="S::2420340029@office.kopo.ac.kr::fbade0b3-925c-40c4-aa2c-481b01695c69" providerId="AD" clId="Web-{9D5FE692-243B-0306-196C-7F271BB356F0}" dt="2024-05-12T23:53:00.926" v="32" actId="20577"/>
      <pc:docMkLst>
        <pc:docMk/>
      </pc:docMkLst>
      <pc:sldChg chg="modSp">
        <pc:chgData name="KwonDongWoon" userId="S::2420340029@office.kopo.ac.kr::fbade0b3-925c-40c4-aa2c-481b01695c69" providerId="AD" clId="Web-{9D5FE692-243B-0306-196C-7F271BB356F0}" dt="2024-05-12T23:53:00.926" v="32" actId="20577"/>
        <pc:sldMkLst>
          <pc:docMk/>
          <pc:sldMk cId="3705505213" sldId="612"/>
        </pc:sldMkLst>
      </pc:sldChg>
    </pc:docChg>
  </pc:docChgLst>
  <pc:docChgLst>
    <pc:chgData name="김유경" userId="S::2420340034@office.kopo.ac.kr::f01a437c-f337-4c15-af96-c2aea5651cf1" providerId="AD" clId="Web-{5E1CDF71-1D6D-2F6E-B112-EDD2FD5453C3}"/>
    <pc:docChg chg="modSld">
      <pc:chgData name="김유경" userId="S::2420340034@office.kopo.ac.kr::f01a437c-f337-4c15-af96-c2aea5651cf1" providerId="AD" clId="Web-{5E1CDF71-1D6D-2F6E-B112-EDD2FD5453C3}" dt="2024-05-08T01:13:16.576" v="2" actId="20577"/>
      <pc:docMkLst>
        <pc:docMk/>
      </pc:docMkLst>
    </pc:docChg>
  </pc:docChgLst>
  <pc:docChgLst>
    <pc:chgData name="게스트 사용자" userId="S::urn:spo:anon#a5e154103de457917d5ed0f08944945f5d217ff5d67e4867e2ac2e43c27d5880::" providerId="AD" clId="Web-{06E26746-3F1C-6158-BC69-4437C1492BF8}"/>
    <pc:docChg chg="modSld">
      <pc:chgData name="게스트 사용자" userId="S::urn:spo:anon#a5e154103de457917d5ed0f08944945f5d217ff5d67e4867e2ac2e43c27d5880::" providerId="AD" clId="Web-{06E26746-3F1C-6158-BC69-4437C1492BF8}" dt="2024-07-04T01:06:23.979" v="15" actId="20577"/>
      <pc:docMkLst>
        <pc:docMk/>
      </pc:docMkLst>
    </pc:docChg>
  </pc:docChgLst>
  <pc:docChgLst>
    <pc:chgData name="윤영채" userId="S::2420340044@office.kopo.ac.kr::98761f2c-2e51-4cae-b39d-33a395aa7a4b" providerId="AD" clId="Web-{C460803B-5E77-1E35-3230-5CC23EDD781B}"/>
    <pc:docChg chg="modSld">
      <pc:chgData name="윤영채" userId="S::2420340044@office.kopo.ac.kr::98761f2c-2e51-4cae-b39d-33a395aa7a4b" providerId="AD" clId="Web-{C460803B-5E77-1E35-3230-5CC23EDD781B}" dt="2024-05-12T12:50:53.326" v="157" actId="20577"/>
      <pc:docMkLst>
        <pc:docMk/>
      </pc:docMkLst>
    </pc:docChg>
  </pc:docChgLst>
  <pc:docChgLst>
    <pc:chgData name="게스트 사용자" userId="S::urn:spo:anon#414020796fd449344c96a5de8d9be5b645f1d2b698296be20cef9c0be9f8b781::" providerId="AD" clId="Web-{545D72AD-606B-AD2F-C5B3-160A2EAD7808}"/>
    <pc:docChg chg="modSld">
      <pc:chgData name="게스트 사용자" userId="S::urn:spo:anon#414020796fd449344c96a5de8d9be5b645f1d2b698296be20cef9c0be9f8b781::" providerId="AD" clId="Web-{545D72AD-606B-AD2F-C5B3-160A2EAD7808}" dt="2023-06-26T06:58:46.030" v="0"/>
      <pc:docMkLst>
        <pc:docMk/>
      </pc:docMkLst>
    </pc:docChg>
  </pc:docChgLst>
  <pc:docChgLst>
    <pc:chgData name="게스트 사용자" userId="S::urn:spo:anon#a5e154103de457917d5ed0f08944945f5d217ff5d67e4867e2ac2e43c27d5880::" providerId="AD" clId="Web-{AA065FD0-29D0-8D5D-632B-116BD5DEAAD4}"/>
    <pc:docChg chg="modSld">
      <pc:chgData name="게스트 사용자" userId="S::urn:spo:anon#a5e154103de457917d5ed0f08944945f5d217ff5d67e4867e2ac2e43c27d5880::" providerId="AD" clId="Web-{AA065FD0-29D0-8D5D-632B-116BD5DEAAD4}" dt="2024-07-04T06:36:08.377" v="28" actId="20577"/>
      <pc:docMkLst>
        <pc:docMk/>
      </pc:docMkLst>
    </pc:docChg>
  </pc:docChgLst>
  <pc:docChgLst>
    <pc:chgData name="김효관" userId="5d412245-c878-4bfb-b3ad-7c3e81fe34ff" providerId="ADAL" clId="{47DFDDF6-F5D5-4910-B709-F0AD043176A8}"/>
    <pc:docChg chg="modSld">
      <pc:chgData name="김효관" userId="5d412245-c878-4bfb-b3ad-7c3e81fe34ff" providerId="ADAL" clId="{47DFDDF6-F5D5-4910-B709-F0AD043176A8}" dt="2019-10-04T06:52:04.226" v="16" actId="20577"/>
      <pc:docMkLst>
        <pc:docMk/>
      </pc:docMkLst>
    </pc:docChg>
  </pc:docChgLst>
  <pc:docChgLst>
    <pc:chgData name="게스트 사용자" userId="S::urn:spo:tenantanon#ad21525c-fc0f-4dbc-a403-67ce00add0e4::" providerId="AD" clId="Web-{881A3358-3BBB-9A06-0A41-1E555D9E0975}"/>
    <pc:docChg chg="modSld">
      <pc:chgData name="게스트 사용자" userId="S::urn:spo:tenantanon#ad21525c-fc0f-4dbc-a403-67ce00add0e4::" providerId="AD" clId="Web-{881A3358-3BBB-9A06-0A41-1E555D9E0975}" dt="2025-07-07T00:13:22.740" v="1" actId="20577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723" cy="49845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3141" y="0"/>
            <a:ext cx="2947723" cy="49845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EDCE49-C2E9-41D6-B7C8-E34CE970B252}" type="datetimeFigureOut">
              <a:rPr lang="ko-KR" altLang="en-US" smtClean="0"/>
              <a:t>2025-07-06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23"/>
            <a:ext cx="2947723" cy="4984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3141" y="9436123"/>
            <a:ext cx="2947723" cy="4984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071A42-FFA4-4503-A9EC-8096AAC84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44592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723" cy="4967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3141" y="0"/>
            <a:ext cx="2947723" cy="4967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47E7F5-A54A-40DB-B59D-D2C076E0398D}" type="datetimeFigureOut">
              <a:rPr lang="ko-KR" altLang="en-US" smtClean="0"/>
              <a:t>2025-07-06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005013" y="744538"/>
            <a:ext cx="2792412" cy="3725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244" y="4718923"/>
            <a:ext cx="5441950" cy="447055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22"/>
            <a:ext cx="2947723" cy="49672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3141" y="9436122"/>
            <a:ext cx="2947723" cy="49672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974617-0A22-4AAA-92D8-7EE45C740B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6490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80160" rtl="0" eaLnBrk="1" latinLnBrk="1" hangingPunct="1">
      <a:defRPr sz="1680" kern="1200">
        <a:solidFill>
          <a:schemeClr val="tx1"/>
        </a:solidFill>
        <a:latin typeface="+mn-lt"/>
        <a:ea typeface="+mn-ea"/>
        <a:cs typeface="+mn-cs"/>
      </a:defRPr>
    </a:lvl1pPr>
    <a:lvl2pPr marL="640080" algn="l" defTabSz="1280160" rtl="0" eaLnBrk="1" latinLnBrk="1" hangingPunct="1">
      <a:defRPr sz="1680" kern="1200">
        <a:solidFill>
          <a:schemeClr val="tx1"/>
        </a:solidFill>
        <a:latin typeface="+mn-lt"/>
        <a:ea typeface="+mn-ea"/>
        <a:cs typeface="+mn-cs"/>
      </a:defRPr>
    </a:lvl2pPr>
    <a:lvl3pPr marL="1280160" algn="l" defTabSz="1280160" rtl="0" eaLnBrk="1" latinLnBrk="1" hangingPunct="1">
      <a:defRPr sz="1680" kern="1200">
        <a:solidFill>
          <a:schemeClr val="tx1"/>
        </a:solidFill>
        <a:latin typeface="+mn-lt"/>
        <a:ea typeface="+mn-ea"/>
        <a:cs typeface="+mn-cs"/>
      </a:defRPr>
    </a:lvl3pPr>
    <a:lvl4pPr marL="1920240" algn="l" defTabSz="1280160" rtl="0" eaLnBrk="1" latinLnBrk="1" hangingPunct="1">
      <a:defRPr sz="1680" kern="1200">
        <a:solidFill>
          <a:schemeClr val="tx1"/>
        </a:solidFill>
        <a:latin typeface="+mn-lt"/>
        <a:ea typeface="+mn-ea"/>
        <a:cs typeface="+mn-cs"/>
      </a:defRPr>
    </a:lvl4pPr>
    <a:lvl5pPr marL="2560320" algn="l" defTabSz="1280160" rtl="0" eaLnBrk="1" latinLnBrk="1" hangingPunct="1">
      <a:defRPr sz="1680" kern="1200">
        <a:solidFill>
          <a:schemeClr val="tx1"/>
        </a:solidFill>
        <a:latin typeface="+mn-lt"/>
        <a:ea typeface="+mn-ea"/>
        <a:cs typeface="+mn-cs"/>
      </a:defRPr>
    </a:lvl5pPr>
    <a:lvl6pPr marL="3200400" algn="l" defTabSz="1280160" rtl="0" eaLnBrk="1" latinLnBrk="1" hangingPunct="1">
      <a:defRPr sz="1680" kern="1200">
        <a:solidFill>
          <a:schemeClr val="tx1"/>
        </a:solidFill>
        <a:latin typeface="+mn-lt"/>
        <a:ea typeface="+mn-ea"/>
        <a:cs typeface="+mn-cs"/>
      </a:defRPr>
    </a:lvl6pPr>
    <a:lvl7pPr marL="3840480" algn="l" defTabSz="1280160" rtl="0" eaLnBrk="1" latinLnBrk="1" hangingPunct="1">
      <a:defRPr sz="1680" kern="1200">
        <a:solidFill>
          <a:schemeClr val="tx1"/>
        </a:solidFill>
        <a:latin typeface="+mn-lt"/>
        <a:ea typeface="+mn-ea"/>
        <a:cs typeface="+mn-cs"/>
      </a:defRPr>
    </a:lvl7pPr>
    <a:lvl8pPr marL="4480560" algn="l" defTabSz="1280160" rtl="0" eaLnBrk="1" latinLnBrk="1" hangingPunct="1">
      <a:defRPr sz="1680" kern="1200">
        <a:solidFill>
          <a:schemeClr val="tx1"/>
        </a:solidFill>
        <a:latin typeface="+mn-lt"/>
        <a:ea typeface="+mn-ea"/>
        <a:cs typeface="+mn-cs"/>
      </a:defRPr>
    </a:lvl8pPr>
    <a:lvl9pPr marL="5120640" algn="l" defTabSz="1280160" rtl="0" eaLnBrk="1" latinLnBrk="1" hangingPunct="1">
      <a:defRPr sz="168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099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1816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3711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0357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609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2302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3280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6306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384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2706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5705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4376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44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49" r:id="rId3"/>
    <p:sldLayoutId id="2147483653" r:id="rId4"/>
    <p:sldLayoutId id="2147483652" r:id="rId5"/>
    <p:sldLayoutId id="2147483655" r:id="rId6"/>
    <p:sldLayoutId id="2147483656" r:id="rId7"/>
    <p:sldLayoutId id="2147483659" r:id="rId8"/>
    <p:sldLayoutId id="2147483650" r:id="rId9"/>
    <p:sldLayoutId id="2147483657" r:id="rId10"/>
    <p:sldLayoutId id="2147483658" r:id="rId11"/>
    <p:sldLayoutId id="2147483660" r:id="rId1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직사각형 74"/>
          <p:cNvSpPr/>
          <p:nvPr/>
        </p:nvSpPr>
        <p:spPr>
          <a:xfrm>
            <a:off x="4817942" y="1825355"/>
            <a:ext cx="4808269" cy="71478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-29420" y="5970376"/>
            <a:ext cx="4817534" cy="68312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모서리가 둥근 직사각형 15"/>
          <p:cNvSpPr/>
          <p:nvPr/>
        </p:nvSpPr>
        <p:spPr>
          <a:xfrm>
            <a:off x="3028009" y="7098345"/>
            <a:ext cx="1534722" cy="1106847"/>
          </a:xfrm>
          <a:prstGeom prst="roundRect">
            <a:avLst>
              <a:gd name="adj" fmla="val 6382"/>
            </a:avLst>
          </a:prstGeom>
          <a:noFill/>
          <a:ln w="571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-20795" y="0"/>
            <a:ext cx="9635067" cy="1828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1413724" y="504818"/>
            <a:ext cx="5299084" cy="5078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ko-KR" altLang="en-US" sz="2700" b="1">
              <a:solidFill>
                <a:schemeClr val="bg1"/>
              </a:solidFill>
              <a:latin typeface="맑은 고딕"/>
              <a:ea typeface="맑은 고딕"/>
            </a:endParaRPr>
          </a:p>
        </p:txBody>
      </p:sp>
      <p:cxnSp>
        <p:nvCxnSpPr>
          <p:cNvPr id="25" name="직선 연결선 24"/>
          <p:cNvCxnSpPr>
            <a:stCxn id="2" idx="2"/>
          </p:cNvCxnSpPr>
          <p:nvPr/>
        </p:nvCxnSpPr>
        <p:spPr>
          <a:xfrm>
            <a:off x="4796739" y="1828800"/>
            <a:ext cx="517" cy="10972800"/>
          </a:xfrm>
          <a:prstGeom prst="line">
            <a:avLst/>
          </a:prstGeom>
          <a:ln w="38100">
            <a:solidFill>
              <a:srgbClr val="4172A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20080" y="1981318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solidFill>
                  <a:srgbClr val="FF0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01. </a:t>
            </a:r>
            <a:r>
              <a:rPr lang="ko-KR" altLang="en-US" sz="2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프로젝트 개요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0080" y="6113679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solidFill>
                  <a:srgbClr val="FF0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02. </a:t>
            </a:r>
            <a:r>
              <a:rPr lang="ko-KR" altLang="en-US" sz="2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개발 환경 및 기술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49053" y="1981318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solidFill>
                  <a:srgbClr val="FF0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03. </a:t>
            </a:r>
            <a:r>
              <a:rPr lang="ko-KR" altLang="en-US" sz="2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결과물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49053" y="9214064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solidFill>
                  <a:srgbClr val="FF0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04. </a:t>
            </a:r>
            <a:r>
              <a:rPr lang="ko-KR" altLang="en-US" sz="2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의의 및 기대효과</a:t>
            </a:r>
          </a:p>
        </p:txBody>
      </p:sp>
      <p:pic>
        <p:nvPicPr>
          <p:cNvPr id="49" name="그림 4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29" y="505730"/>
            <a:ext cx="849152" cy="849152"/>
          </a:xfrm>
          <a:prstGeom prst="rect">
            <a:avLst/>
          </a:prstGeom>
        </p:spPr>
      </p:pic>
      <p:pic>
        <p:nvPicPr>
          <p:cNvPr id="74" name="그림 7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04" y="2548006"/>
            <a:ext cx="328388" cy="328388"/>
          </a:xfrm>
          <a:prstGeom prst="rect">
            <a:avLst/>
          </a:prstGeom>
        </p:spPr>
      </p:pic>
      <p:sp>
        <p:nvSpPr>
          <p:cNvPr id="77" name="직사각형 76"/>
          <p:cNvSpPr/>
          <p:nvPr/>
        </p:nvSpPr>
        <p:spPr>
          <a:xfrm>
            <a:off x="663324" y="2526234"/>
            <a:ext cx="15071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개발 배경 및 목적</a:t>
            </a:r>
          </a:p>
        </p:txBody>
      </p:sp>
      <p:pic>
        <p:nvPicPr>
          <p:cNvPr id="79" name="그림 7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04" y="4408608"/>
            <a:ext cx="328388" cy="328388"/>
          </a:xfrm>
          <a:prstGeom prst="rect">
            <a:avLst/>
          </a:prstGeom>
        </p:spPr>
      </p:pic>
      <p:sp>
        <p:nvSpPr>
          <p:cNvPr id="80" name="직사각형 79"/>
          <p:cNvSpPr/>
          <p:nvPr/>
        </p:nvSpPr>
        <p:spPr>
          <a:xfrm>
            <a:off x="663324" y="4408607"/>
            <a:ext cx="12250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프로젝트 특징</a:t>
            </a:r>
          </a:p>
        </p:txBody>
      </p:sp>
      <p:sp>
        <p:nvSpPr>
          <p:cNvPr id="81" name="직사각형 80"/>
          <p:cNvSpPr/>
          <p:nvPr/>
        </p:nvSpPr>
        <p:spPr>
          <a:xfrm>
            <a:off x="704530" y="4750731"/>
            <a:ext cx="3177242" cy="30925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400">
                <a:latin typeface="Malgun Gothic"/>
                <a:ea typeface="배달의민족 주아"/>
              </a:rPr>
              <a:t>1)</a:t>
            </a:r>
          </a:p>
        </p:txBody>
      </p:sp>
      <p:pic>
        <p:nvPicPr>
          <p:cNvPr id="83" name="그림 8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536" y="9792441"/>
            <a:ext cx="324678" cy="324678"/>
          </a:xfrm>
          <a:prstGeom prst="rect">
            <a:avLst/>
          </a:prstGeom>
        </p:spPr>
      </p:pic>
      <p:sp>
        <p:nvSpPr>
          <p:cNvPr id="85" name="직사각형 84"/>
          <p:cNvSpPr/>
          <p:nvPr/>
        </p:nvSpPr>
        <p:spPr>
          <a:xfrm>
            <a:off x="5555565" y="9790128"/>
            <a:ext cx="5245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의의</a:t>
            </a:r>
          </a:p>
        </p:txBody>
      </p:sp>
      <p:sp>
        <p:nvSpPr>
          <p:cNvPr id="86" name="직사각형 85"/>
          <p:cNvSpPr/>
          <p:nvPr/>
        </p:nvSpPr>
        <p:spPr>
          <a:xfrm>
            <a:off x="5522858" y="10150168"/>
            <a:ext cx="579005" cy="3293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C00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...</a:t>
            </a:r>
            <a:endParaRPr lang="en-US" altLang="ko-KR" sz="140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87" name="그림 8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536" y="11303059"/>
            <a:ext cx="324678" cy="324678"/>
          </a:xfrm>
          <a:prstGeom prst="rect">
            <a:avLst/>
          </a:prstGeom>
        </p:spPr>
      </p:pic>
      <p:sp>
        <p:nvSpPr>
          <p:cNvPr id="88" name="직사각형 87"/>
          <p:cNvSpPr/>
          <p:nvPr/>
        </p:nvSpPr>
        <p:spPr>
          <a:xfrm>
            <a:off x="5555565" y="11300746"/>
            <a:ext cx="85792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기대효과</a:t>
            </a:r>
          </a:p>
        </p:txBody>
      </p:sp>
      <p:sp>
        <p:nvSpPr>
          <p:cNvPr id="89" name="직사각형 88"/>
          <p:cNvSpPr/>
          <p:nvPr/>
        </p:nvSpPr>
        <p:spPr>
          <a:xfrm>
            <a:off x="5522858" y="11632603"/>
            <a:ext cx="470000" cy="3293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7800" indent="-1778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...</a:t>
            </a:r>
            <a:endParaRPr lang="en-US" sz="1200" b="1">
              <a:solidFill>
                <a:srgbClr val="0D0D0D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5555565" y="2485706"/>
            <a:ext cx="184731" cy="338554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endParaRPr lang="en-US" altLang="ko-KR" sz="1600">
              <a:solidFill>
                <a:srgbClr val="0070C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5555565" y="5717633"/>
            <a:ext cx="184731" cy="338554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endParaRPr lang="en-US" altLang="ko-KR" sz="1600">
              <a:solidFill>
                <a:srgbClr val="0070C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663324" y="6770106"/>
            <a:ext cx="92044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개발 환경</a:t>
            </a:r>
          </a:p>
        </p:txBody>
      </p:sp>
      <p:sp>
        <p:nvSpPr>
          <p:cNvPr id="101" name="직사각형 100"/>
          <p:cNvSpPr/>
          <p:nvPr/>
        </p:nvSpPr>
        <p:spPr>
          <a:xfrm>
            <a:off x="707524" y="7164907"/>
            <a:ext cx="2195858" cy="104028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marL="177800" indent="-1778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rgbClr val="7030A0"/>
                </a:solidFill>
                <a:latin typeface="배달의민족 주아"/>
                <a:ea typeface="배달의민족 주아"/>
              </a:rPr>
              <a:t>운영 체제</a:t>
            </a:r>
            <a:r>
              <a:rPr lang="en-US" altLang="ko-KR" sz="1400">
                <a:solidFill>
                  <a:srgbClr val="7030A0"/>
                </a:solidFill>
                <a:latin typeface="배달의민족 주아"/>
                <a:ea typeface="배달의민족 주아"/>
              </a:rPr>
              <a:t>: </a:t>
            </a:r>
            <a:r>
              <a:rPr lang="en-US" altLang="ko-KR" sz="1400">
                <a:latin typeface="배달의민족 주아"/>
                <a:ea typeface="배달의민족 주아"/>
              </a:rPr>
              <a:t>Windows 10</a:t>
            </a:r>
          </a:p>
          <a:p>
            <a:pPr marL="177800" indent="-1778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rgbClr val="7030A0"/>
                </a:solidFill>
                <a:latin typeface="배달의민족 주아"/>
                <a:ea typeface="배달의민족 주아"/>
              </a:rPr>
              <a:t>개발 언어</a:t>
            </a:r>
            <a:r>
              <a:rPr lang="en-US" altLang="ko-KR" sz="1400">
                <a:solidFill>
                  <a:srgbClr val="7030A0"/>
                </a:solidFill>
                <a:latin typeface="배달의민족 주아"/>
                <a:ea typeface="배달의민족 주아"/>
              </a:rPr>
              <a:t>: </a:t>
            </a:r>
            <a:r>
              <a:rPr lang="en-US" altLang="ko-KR" sz="1400">
                <a:latin typeface="배달의민족 주아"/>
                <a:ea typeface="배달의민족 주아"/>
              </a:rPr>
              <a:t>Python 3.10.11</a:t>
            </a:r>
            <a:endParaRPr lang="en-US" altLang="ko-KR" sz="140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177800" indent="-1778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rgbClr val="7030A0"/>
                </a:solidFill>
                <a:latin typeface="배달의민족 주아"/>
                <a:ea typeface="배달의민족 주아"/>
              </a:rPr>
              <a:t>개발 도구</a:t>
            </a:r>
            <a:r>
              <a:rPr lang="en-US" altLang="ko-KR" sz="1400">
                <a:solidFill>
                  <a:srgbClr val="7030A0"/>
                </a:solidFill>
                <a:latin typeface="배달의민족 주아"/>
                <a:ea typeface="배달의민족 주아"/>
              </a:rPr>
              <a:t>: </a:t>
            </a:r>
            <a:r>
              <a:rPr lang="en-US" altLang="ko-KR" sz="1400" err="1">
                <a:latin typeface="배달의민족 주아"/>
                <a:ea typeface="배달의민족 주아"/>
              </a:rPr>
              <a:t>Jupyter</a:t>
            </a:r>
          </a:p>
          <a:p>
            <a:pPr>
              <a:lnSpc>
                <a:spcPct val="110000"/>
              </a:lnSpc>
            </a:pPr>
            <a:r>
              <a:rPr lang="en-US" altLang="ko-KR" sz="1400">
                <a:latin typeface="배달의민족 주아"/>
                <a:ea typeface="배달의민족 주아"/>
              </a:rPr>
              <a:t>                    Notebook</a:t>
            </a:r>
            <a:endParaRPr lang="ko-KR" altLang="en-US" sz="1400">
              <a:latin typeface="배달의민족 주아"/>
              <a:ea typeface="배달의민족 주아"/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663324" y="8475651"/>
            <a:ext cx="202651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적용 기술 및 분석 흐름도</a:t>
            </a:r>
          </a:p>
        </p:txBody>
      </p:sp>
      <p:sp>
        <p:nvSpPr>
          <p:cNvPr id="104" name="직사각형 103"/>
          <p:cNvSpPr/>
          <p:nvPr/>
        </p:nvSpPr>
        <p:spPr>
          <a:xfrm>
            <a:off x="663028" y="8864405"/>
            <a:ext cx="2316685" cy="32932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177800" indent="-1778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ko-KR" altLang="en-US" sz="1400">
              <a:solidFill>
                <a:srgbClr val="7030A0"/>
              </a:solidFill>
              <a:latin typeface="배달의민족 주아"/>
              <a:ea typeface="배달의민족 주아"/>
            </a:endParaRPr>
          </a:p>
        </p:txBody>
      </p:sp>
      <p:pic>
        <p:nvPicPr>
          <p:cNvPr id="105" name="그림 10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091" y="6737822"/>
            <a:ext cx="402871" cy="402871"/>
          </a:xfrm>
          <a:prstGeom prst="rect">
            <a:avLst/>
          </a:prstGeom>
        </p:spPr>
      </p:pic>
      <p:pic>
        <p:nvPicPr>
          <p:cNvPr id="106" name="그림 10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091" y="8434802"/>
            <a:ext cx="402871" cy="402871"/>
          </a:xfrm>
          <a:prstGeom prst="rect">
            <a:avLst/>
          </a:prstGeom>
        </p:spPr>
      </p:pic>
      <p:pic>
        <p:nvPicPr>
          <p:cNvPr id="107" name="그림 10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648" y="2476604"/>
            <a:ext cx="323796" cy="323796"/>
          </a:xfrm>
          <a:prstGeom prst="rect">
            <a:avLst/>
          </a:prstGeom>
        </p:spPr>
      </p:pic>
      <p:pic>
        <p:nvPicPr>
          <p:cNvPr id="109" name="그림 108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67" r="4167"/>
          <a:stretch/>
        </p:blipFill>
        <p:spPr>
          <a:xfrm>
            <a:off x="5232648" y="5705681"/>
            <a:ext cx="323796" cy="323796"/>
          </a:xfrm>
          <a:prstGeom prst="rect">
            <a:avLst/>
          </a:prstGeom>
        </p:spPr>
      </p:pic>
      <p:pic>
        <p:nvPicPr>
          <p:cNvPr id="110" name="그림 10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634" y="7890277"/>
            <a:ext cx="1008390" cy="186553"/>
          </a:xfrm>
          <a:prstGeom prst="rect">
            <a:avLst/>
          </a:prstGeom>
        </p:spPr>
      </p:pic>
      <p:pic>
        <p:nvPicPr>
          <p:cNvPr id="111" name="그림 11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872" y="7244243"/>
            <a:ext cx="1057801" cy="528901"/>
          </a:xfrm>
          <a:prstGeom prst="rect">
            <a:avLst/>
          </a:prstGeom>
        </p:spPr>
      </p:pic>
      <p:pic>
        <p:nvPicPr>
          <p:cNvPr id="112" name="그림 11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4357" y="7254076"/>
            <a:ext cx="514675" cy="514675"/>
          </a:xfrm>
          <a:prstGeom prst="rect">
            <a:avLst/>
          </a:prstGeom>
        </p:spPr>
      </p:pic>
      <p:pic>
        <p:nvPicPr>
          <p:cNvPr id="114" name="그림 11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8397" y="8971542"/>
            <a:ext cx="1246923" cy="294512"/>
          </a:xfrm>
          <a:prstGeom prst="rect">
            <a:avLst/>
          </a:prstGeom>
        </p:spPr>
      </p:pic>
      <p:pic>
        <p:nvPicPr>
          <p:cNvPr id="115" name="그림 114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1539" y="9225758"/>
            <a:ext cx="931024" cy="400389"/>
          </a:xfrm>
          <a:prstGeom prst="rect">
            <a:avLst/>
          </a:prstGeom>
        </p:spPr>
      </p:pic>
      <p:sp>
        <p:nvSpPr>
          <p:cNvPr id="125" name="모서리가 둥근 직사각형 124"/>
          <p:cNvSpPr/>
          <p:nvPr/>
        </p:nvSpPr>
        <p:spPr>
          <a:xfrm>
            <a:off x="3030880" y="8882915"/>
            <a:ext cx="1561030" cy="750068"/>
          </a:xfrm>
          <a:prstGeom prst="roundRect">
            <a:avLst>
              <a:gd name="adj" fmla="val 13955"/>
            </a:avLst>
          </a:prstGeom>
          <a:noFill/>
          <a:ln w="571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직사각형 128"/>
          <p:cNvSpPr/>
          <p:nvPr/>
        </p:nvSpPr>
        <p:spPr>
          <a:xfrm>
            <a:off x="5548613" y="6304675"/>
            <a:ext cx="3422368" cy="188186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01F0D0D-2B3B-9895-51B9-AF8A0DB6C8B9}"/>
              </a:ext>
            </a:extLst>
          </p:cNvPr>
          <p:cNvSpPr/>
          <p:nvPr/>
        </p:nvSpPr>
        <p:spPr>
          <a:xfrm>
            <a:off x="5522858" y="10150168"/>
            <a:ext cx="579005" cy="32932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0040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4048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8056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2064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C00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...</a:t>
            </a:r>
            <a:endParaRPr lang="en-US" altLang="ko-KR" sz="140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18F5E8-483A-8AF0-E5BE-A628B9B84CCE}"/>
              </a:ext>
            </a:extLst>
          </p:cNvPr>
          <p:cNvSpPr/>
          <p:nvPr/>
        </p:nvSpPr>
        <p:spPr>
          <a:xfrm>
            <a:off x="5548612" y="3050486"/>
            <a:ext cx="3422368" cy="188186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5FC0DBA-C82D-87F0-A89B-C5F37C519CED}"/>
              </a:ext>
            </a:extLst>
          </p:cNvPr>
          <p:cNvSpPr/>
          <p:nvPr/>
        </p:nvSpPr>
        <p:spPr>
          <a:xfrm>
            <a:off x="668469" y="2888755"/>
            <a:ext cx="399468" cy="323935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>
            <a:defPPr>
              <a:defRPr lang="ko-KR"/>
            </a:defPPr>
            <a:lvl1pPr marL="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0040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4048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8056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2064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ko-KR" sz="1400" dirty="0">
                <a:solidFill>
                  <a:srgbClr val="C00000"/>
                </a:solidFill>
                <a:latin typeface="배달의민족 주아"/>
                <a:ea typeface="배달의민족 주아"/>
              </a:rPr>
              <a:t>.</a:t>
            </a:r>
            <a:r>
              <a:rPr lang="en-US" altLang="ko-KR" sz="1400">
                <a:solidFill>
                  <a:srgbClr val="C00000"/>
                </a:solidFill>
                <a:latin typeface="배달의민족 주아"/>
                <a:ea typeface="배달의민족 주아"/>
              </a:rPr>
              <a:t> </a:t>
            </a:r>
            <a:endParaRPr lang="en-US" altLang="ko-KR" sz="1400" dirty="0">
              <a:solidFill>
                <a:srgbClr val="C00000"/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77CF420-EADB-8817-D12B-0180A5D87BD4}"/>
              </a:ext>
            </a:extLst>
          </p:cNvPr>
          <p:cNvSpPr/>
          <p:nvPr/>
        </p:nvSpPr>
        <p:spPr>
          <a:xfrm>
            <a:off x="829833" y="5067178"/>
            <a:ext cx="579005" cy="32932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0040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4048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8056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2064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C00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...</a:t>
            </a:r>
            <a:endParaRPr lang="en-US" altLang="ko-KR" sz="140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FDDDE1-D4B8-3314-5E40-825EFA54ABEE}"/>
              </a:ext>
            </a:extLst>
          </p:cNvPr>
          <p:cNvSpPr/>
          <p:nvPr/>
        </p:nvSpPr>
        <p:spPr>
          <a:xfrm>
            <a:off x="5643881" y="2498791"/>
            <a:ext cx="579005" cy="32932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0040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4048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8056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2064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C00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...</a:t>
            </a:r>
            <a:endParaRPr lang="en-US" altLang="ko-KR" sz="140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873001C-622C-82A1-62F1-5D8B935BE5BA}"/>
              </a:ext>
            </a:extLst>
          </p:cNvPr>
          <p:cNvSpPr/>
          <p:nvPr/>
        </p:nvSpPr>
        <p:spPr>
          <a:xfrm>
            <a:off x="5549752" y="5726085"/>
            <a:ext cx="579005" cy="32932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8016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24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6032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0040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4048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8056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20640" algn="l" defTabSz="1280160" rtl="0" eaLnBrk="1" latinLnBrk="1" hangingPunct="1"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C0000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...</a:t>
            </a:r>
            <a:endParaRPr lang="en-US" altLang="ko-KR" sz="140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5505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729AF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A3 용지(297x420mm)</PresentationFormat>
  <Slides>1</Slides>
  <Notes>0</Notes>
  <HiddenSlides>0</HiddenSlide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Company>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PTWIZ</dc:creator>
  <cp:revision>5</cp:revision>
  <cp:lastPrinted>2018-12-03T06:27:31Z</cp:lastPrinted>
  <dcterms:created xsi:type="dcterms:W3CDTF">2013-08-16T03:43:36Z</dcterms:created>
  <dcterms:modified xsi:type="dcterms:W3CDTF">2025-07-07T00:13:33Z</dcterms:modified>
</cp:coreProperties>
</file>