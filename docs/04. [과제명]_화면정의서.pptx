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167" r:id="rId1"/>
  </p:sldMasterIdLst>
  <p:notesMasterIdLst>
    <p:notesMasterId r:id="rId16"/>
  </p:notesMasterIdLst>
  <p:handoutMasterIdLst>
    <p:handoutMasterId r:id="rId17"/>
  </p:handoutMasterIdLst>
  <p:sldIdLst>
    <p:sldId id="963" r:id="rId2"/>
    <p:sldId id="1120" r:id="rId3"/>
    <p:sldId id="1121" r:id="rId4"/>
    <p:sldId id="1122" r:id="rId5"/>
    <p:sldId id="1123" r:id="rId6"/>
    <p:sldId id="1108" r:id="rId7"/>
    <p:sldId id="1109" r:id="rId8"/>
    <p:sldId id="1113" r:id="rId9"/>
    <p:sldId id="1114" r:id="rId10"/>
    <p:sldId id="1115" r:id="rId11"/>
    <p:sldId id="1116" r:id="rId12"/>
    <p:sldId id="1111" r:id="rId13"/>
    <p:sldId id="1117" r:id="rId14"/>
    <p:sldId id="1119" r:id="rId15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3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pos="5165">
          <p15:clr>
            <a:srgbClr val="A4A3A4"/>
          </p15:clr>
        </p15:guide>
        <p15:guide id="4" pos="189">
          <p15:clr>
            <a:srgbClr val="A4A3A4"/>
          </p15:clr>
        </p15:guide>
        <p15:guide id="5" pos="10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36699"/>
    <a:srgbClr val="FF9900"/>
    <a:srgbClr val="003366"/>
    <a:srgbClr val="0066CC"/>
    <a:srgbClr val="3399FF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6C6232-76D7-5573-6CD4-99106A25EAD8}" v="385" dt="2025-06-23T07:46:09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14"/>
      </p:cViewPr>
      <p:guideLst>
        <p:guide orient="horz" pos="493"/>
        <p:guide orient="horz" pos="4319"/>
        <p:guide pos="5165"/>
        <p:guide pos="189"/>
        <p:guide pos="103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태일" userId="S::2420340036@office.kopo.ac.kr::e71fe4bf-0ad6-481d-a27c-21cc90c46af8" providerId="AD" clId="Web-{6A820F8C-48AE-1658-9DF7-F1DDCEF5B3C3}"/>
    <pc:docChg chg="modSld">
      <pc:chgData name="김태일" userId="S::2420340036@office.kopo.ac.kr::e71fe4bf-0ad6-481d-a27c-21cc90c46af8" providerId="AD" clId="Web-{6A820F8C-48AE-1658-9DF7-F1DDCEF5B3C3}" dt="2024-09-05T01:22:47.819" v="2" actId="20577"/>
      <pc:docMkLst>
        <pc:docMk/>
      </pc:docMkLst>
      <pc:sldChg chg="modSp">
        <pc:chgData name="김태일" userId="S::2420340036@office.kopo.ac.kr::e71fe4bf-0ad6-481d-a27c-21cc90c46af8" providerId="AD" clId="Web-{6A820F8C-48AE-1658-9DF7-F1DDCEF5B3C3}" dt="2024-09-05T01:22:47.819" v="2" actId="20577"/>
        <pc:sldMkLst>
          <pc:docMk/>
          <pc:sldMk cId="4148743072" sldId="963"/>
        </pc:sldMkLst>
        <pc:spChg chg="mod">
          <ac:chgData name="김태일" userId="S::2420340036@office.kopo.ac.kr::e71fe4bf-0ad6-481d-a27c-21cc90c46af8" providerId="AD" clId="Web-{6A820F8C-48AE-1658-9DF7-F1DDCEF5B3C3}" dt="2024-09-05T01:22:47.819" v="2" actId="20577"/>
          <ac:spMkLst>
            <pc:docMk/>
            <pc:sldMk cId="4148743072" sldId="963"/>
            <ac:spMk id="5" creationId="{00000000-0000-0000-0000-000000000000}"/>
          </ac:spMkLst>
        </pc:spChg>
      </pc:sldChg>
    </pc:docChg>
  </pc:docChgLst>
  <pc:docChgLst>
    <pc:chgData name="김태일" userId="S::2420340036@office.kopo.ac.kr::e71fe4bf-0ad6-481d-a27c-21cc90c46af8" providerId="AD" clId="Web-{8BBA7297-0522-0C86-4F6F-181BA583025A}"/>
    <pc:docChg chg="modSld">
      <pc:chgData name="김태일" userId="S::2420340036@office.kopo.ac.kr::e71fe4bf-0ad6-481d-a27c-21cc90c46af8" providerId="AD" clId="Web-{8BBA7297-0522-0C86-4F6F-181BA583025A}" dt="2024-09-05T01:16:56.052" v="9" actId="20577"/>
      <pc:docMkLst>
        <pc:docMk/>
      </pc:docMkLst>
      <pc:sldChg chg="modSp">
        <pc:chgData name="김태일" userId="S::2420340036@office.kopo.ac.kr::e71fe4bf-0ad6-481d-a27c-21cc90c46af8" providerId="AD" clId="Web-{8BBA7297-0522-0C86-4F6F-181BA583025A}" dt="2024-09-05T01:16:56.052" v="9" actId="20577"/>
        <pc:sldMkLst>
          <pc:docMk/>
          <pc:sldMk cId="4148743072" sldId="963"/>
        </pc:sldMkLst>
        <pc:spChg chg="mod">
          <ac:chgData name="김태일" userId="S::2420340036@office.kopo.ac.kr::e71fe4bf-0ad6-481d-a27c-21cc90c46af8" providerId="AD" clId="Web-{8BBA7297-0522-0C86-4F6F-181BA583025A}" dt="2024-09-05T01:16:56.052" v="9" actId="20577"/>
          <ac:spMkLst>
            <pc:docMk/>
            <pc:sldMk cId="4148743072" sldId="963"/>
            <ac:spMk id="5" creationId="{00000000-0000-0000-0000-000000000000}"/>
          </ac:spMkLst>
        </pc:spChg>
      </pc:sldChg>
    </pc:docChg>
  </pc:docChgLst>
  <pc:docChgLst>
    <pc:chgData name="게스트 사용자" userId="S::urn:spo:anon#414020796fd449344c96a5de8d9be5b645f1d2b698296be20cef9c0be9f8b781::" providerId="AD" clId="Web-{3EE46B30-5034-D2FE-0BE4-0330768BCF39}"/>
    <pc:docChg chg="modSld">
      <pc:chgData name="게스트 사용자" userId="S::urn:spo:anon#414020796fd449344c96a5de8d9be5b645f1d2b698296be20cef9c0be9f8b781::" providerId="AD" clId="Web-{3EE46B30-5034-D2FE-0BE4-0330768BCF39}" dt="2023-07-03T01:34:12.270" v="79" actId="20577"/>
      <pc:docMkLst>
        <pc:docMk/>
      </pc:docMkLst>
      <pc:sldChg chg="modSp">
        <pc:chgData name="게스트 사용자" userId="S::urn:spo:anon#414020796fd449344c96a5de8d9be5b645f1d2b698296be20cef9c0be9f8b781::" providerId="AD" clId="Web-{3EE46B30-5034-D2FE-0BE4-0330768BCF39}" dt="2023-07-03T01:34:02.597" v="74" actId="20577"/>
        <pc:sldMkLst>
          <pc:docMk/>
          <pc:sldMk cId="932036534" sldId="1111"/>
        </pc:sldMkLst>
        <pc:spChg chg="mod">
          <ac:chgData name="게스트 사용자" userId="S::urn:spo:anon#414020796fd449344c96a5de8d9be5b645f1d2b698296be20cef9c0be9f8b781::" providerId="AD" clId="Web-{3EE46B30-5034-D2FE-0BE4-0330768BCF39}" dt="2023-07-03T01:34:02.597" v="74" actId="20577"/>
          <ac:spMkLst>
            <pc:docMk/>
            <pc:sldMk cId="932036534" sldId="1111"/>
            <ac:spMk id="22" creationId="{CC76A69A-06CD-7067-3377-363CF42E5A8E}"/>
          </ac:spMkLst>
        </pc:spChg>
      </pc:sldChg>
      <pc:sldChg chg="modSp">
        <pc:chgData name="게스트 사용자" userId="S::urn:spo:anon#414020796fd449344c96a5de8d9be5b645f1d2b698296be20cef9c0be9f8b781::" providerId="AD" clId="Web-{3EE46B30-5034-D2FE-0BE4-0330768BCF39}" dt="2023-07-03T01:31:59.296" v="66" actId="20577"/>
        <pc:sldMkLst>
          <pc:docMk/>
          <pc:sldMk cId="592903177" sldId="1113"/>
        </pc:sldMkLst>
        <pc:spChg chg="mod">
          <ac:chgData name="게스트 사용자" userId="S::urn:spo:anon#414020796fd449344c96a5de8d9be5b645f1d2b698296be20cef9c0be9f8b781::" providerId="AD" clId="Web-{3EE46B30-5034-D2FE-0BE4-0330768BCF39}" dt="2023-07-03T01:31:59.296" v="66" actId="20577"/>
          <ac:spMkLst>
            <pc:docMk/>
            <pc:sldMk cId="592903177" sldId="1113"/>
            <ac:spMk id="22" creationId="{CC76A69A-06CD-7067-3377-363CF42E5A8E}"/>
          </ac:spMkLst>
        </pc:spChg>
      </pc:sldChg>
      <pc:sldChg chg="modSp">
        <pc:chgData name="게스트 사용자" userId="S::urn:spo:anon#414020796fd449344c96a5de8d9be5b645f1d2b698296be20cef9c0be9f8b781::" providerId="AD" clId="Web-{3EE46B30-5034-D2FE-0BE4-0330768BCF39}" dt="2023-07-03T01:30:32.277" v="55" actId="20577"/>
        <pc:sldMkLst>
          <pc:docMk/>
          <pc:sldMk cId="349618275" sldId="1114"/>
        </pc:sldMkLst>
        <pc:spChg chg="mod">
          <ac:chgData name="게스트 사용자" userId="S::urn:spo:anon#414020796fd449344c96a5de8d9be5b645f1d2b698296be20cef9c0be9f8b781::" providerId="AD" clId="Web-{3EE46B30-5034-D2FE-0BE4-0330768BCF39}" dt="2023-07-03T01:30:32.277" v="55" actId="20577"/>
          <ac:spMkLst>
            <pc:docMk/>
            <pc:sldMk cId="349618275" sldId="1114"/>
            <ac:spMk id="22" creationId="{CC76A69A-06CD-7067-3377-363CF42E5A8E}"/>
          </ac:spMkLst>
        </pc:spChg>
      </pc:sldChg>
      <pc:sldChg chg="modSp">
        <pc:chgData name="게스트 사용자" userId="S::urn:spo:anon#414020796fd449344c96a5de8d9be5b645f1d2b698296be20cef9c0be9f8b781::" providerId="AD" clId="Web-{3EE46B30-5034-D2FE-0BE4-0330768BCF39}" dt="2023-07-03T01:34:12.270" v="79" actId="20577"/>
        <pc:sldMkLst>
          <pc:docMk/>
          <pc:sldMk cId="1746292184" sldId="1117"/>
        </pc:sldMkLst>
        <pc:spChg chg="mod">
          <ac:chgData name="게스트 사용자" userId="S::urn:spo:anon#414020796fd449344c96a5de8d9be5b645f1d2b698296be20cef9c0be9f8b781::" providerId="AD" clId="Web-{3EE46B30-5034-D2FE-0BE4-0330768BCF39}" dt="2023-07-03T01:34:12.270" v="79" actId="20577"/>
          <ac:spMkLst>
            <pc:docMk/>
            <pc:sldMk cId="1746292184" sldId="1117"/>
            <ac:spMk id="22" creationId="{CC76A69A-06CD-7067-3377-363CF42E5A8E}"/>
          </ac:spMkLst>
        </pc:spChg>
      </pc:sldChg>
    </pc:docChg>
  </pc:docChgLst>
  <pc:docChgLst>
    <pc:chgData name="게스트 사용자" userId="S::urn:spo:anon#2e4999f296fa4454f942deabbd4cab67229c09a286b424cd10f5ad68fc907094::" providerId="AD" clId="Web-{499B297B-88E4-8194-EF1F-F1D55EB1ED4A}"/>
    <pc:docChg chg="modSld">
      <pc:chgData name="게스트 사용자" userId="S::urn:spo:anon#2e4999f296fa4454f942deabbd4cab67229c09a286b424cd10f5ad68fc907094::" providerId="AD" clId="Web-{499B297B-88E4-8194-EF1F-F1D55EB1ED4A}" dt="2022-08-22T03:53:49.286" v="0" actId="1076"/>
      <pc:docMkLst>
        <pc:docMk/>
      </pc:docMkLst>
      <pc:sldChg chg="modSp">
        <pc:chgData name="게스트 사용자" userId="S::urn:spo:anon#2e4999f296fa4454f942deabbd4cab67229c09a286b424cd10f5ad68fc907094::" providerId="AD" clId="Web-{499B297B-88E4-8194-EF1F-F1D55EB1ED4A}" dt="2022-08-22T03:53:49.286" v="0" actId="1076"/>
        <pc:sldMkLst>
          <pc:docMk/>
          <pc:sldMk cId="2918000223" sldId="1075"/>
        </pc:sldMkLst>
        <pc:grpChg chg="mod">
          <ac:chgData name="게스트 사용자" userId="S::urn:spo:anon#2e4999f296fa4454f942deabbd4cab67229c09a286b424cd10f5ad68fc907094::" providerId="AD" clId="Web-{499B297B-88E4-8194-EF1F-F1D55EB1ED4A}" dt="2022-08-22T03:53:49.286" v="0" actId="1076"/>
          <ac:grpSpMkLst>
            <pc:docMk/>
            <pc:sldMk cId="2918000223" sldId="1075"/>
            <ac:grpSpMk id="215" creationId="{00000000-0000-0000-0000-000000000000}"/>
          </ac:grpSpMkLst>
        </pc:grpChg>
        <pc:cxnChg chg="mod">
          <ac:chgData name="게스트 사용자" userId="S::urn:spo:anon#2e4999f296fa4454f942deabbd4cab67229c09a286b424cd10f5ad68fc907094::" providerId="AD" clId="Web-{499B297B-88E4-8194-EF1F-F1D55EB1ED4A}" dt="2022-08-22T03:53:49.286" v="0" actId="1076"/>
          <ac:cxnSpMkLst>
            <pc:docMk/>
            <pc:sldMk cId="2918000223" sldId="1075"/>
            <ac:cxnSpMk id="226" creationId="{00000000-0000-0000-0000-000000000000}"/>
          </ac:cxnSpMkLst>
        </pc:cxnChg>
      </pc:sldChg>
    </pc:docChg>
  </pc:docChgLst>
  <pc:docChgLst>
    <pc:chgData name="이지슬" userId="S::2220340090@office.kopo.ac.kr::a3b199d5-be77-419a-8b2f-36420cc35d1b" providerId="AD" clId="Web-{A2A87ACA-5E0F-E9F4-AE2F-3ABA05EE9BDF}"/>
    <pc:docChg chg="modSld">
      <pc:chgData name="이지슬" userId="S::2220340090@office.kopo.ac.kr::a3b199d5-be77-419a-8b2f-36420cc35d1b" providerId="AD" clId="Web-{A2A87ACA-5E0F-E9F4-AE2F-3ABA05EE9BDF}" dt="2022-08-22T03:47:41.998" v="1" actId="1076"/>
      <pc:docMkLst>
        <pc:docMk/>
      </pc:docMkLst>
      <pc:sldChg chg="modSp">
        <pc:chgData name="이지슬" userId="S::2220340090@office.kopo.ac.kr::a3b199d5-be77-419a-8b2f-36420cc35d1b" providerId="AD" clId="Web-{A2A87ACA-5E0F-E9F4-AE2F-3ABA05EE9BDF}" dt="2022-08-22T03:47:41.998" v="1" actId="1076"/>
        <pc:sldMkLst>
          <pc:docMk/>
          <pc:sldMk cId="2918000223" sldId="1075"/>
        </pc:sldMkLst>
        <pc:grpChg chg="mod">
          <ac:chgData name="이지슬" userId="S::2220340090@office.kopo.ac.kr::a3b199d5-be77-419a-8b2f-36420cc35d1b" providerId="AD" clId="Web-{A2A87ACA-5E0F-E9F4-AE2F-3ABA05EE9BDF}" dt="2022-08-22T03:47:41.998" v="1" actId="1076"/>
          <ac:grpSpMkLst>
            <pc:docMk/>
            <pc:sldMk cId="2918000223" sldId="1075"/>
            <ac:grpSpMk id="215" creationId="{00000000-0000-0000-0000-000000000000}"/>
          </ac:grpSpMkLst>
        </pc:grpChg>
        <pc:cxnChg chg="mod">
          <ac:chgData name="이지슬" userId="S::2220340090@office.kopo.ac.kr::a3b199d5-be77-419a-8b2f-36420cc35d1b" providerId="AD" clId="Web-{A2A87ACA-5E0F-E9F4-AE2F-3ABA05EE9BDF}" dt="2022-08-22T03:47:41.998" v="1" actId="1076"/>
          <ac:cxnSpMkLst>
            <pc:docMk/>
            <pc:sldMk cId="2918000223" sldId="1075"/>
            <ac:cxnSpMk id="226" creationId="{00000000-0000-0000-0000-000000000000}"/>
          </ac:cxnSpMkLst>
        </pc:cxnChg>
      </pc:sldChg>
    </pc:docChg>
  </pc:docChgLst>
  <pc:docChgLst>
    <pc:chgData name="kimbomi" userId="S::2220340094@office.kopo.ac.kr::37208842-174d-48ba-bd8f-ab7563f8b6c7" providerId="AD" clId="Web-{9DF1EC08-F2B0-B6D7-C6DA-A699617984D5}"/>
    <pc:docChg chg="modSld">
      <pc:chgData name="kimbomi" userId="S::2220340094@office.kopo.ac.kr::37208842-174d-48ba-bd8f-ab7563f8b6c7" providerId="AD" clId="Web-{9DF1EC08-F2B0-B6D7-C6DA-A699617984D5}" dt="2022-08-22T05:17:51.022" v="2" actId="1076"/>
      <pc:docMkLst>
        <pc:docMk/>
      </pc:docMkLst>
      <pc:sldChg chg="modSp">
        <pc:chgData name="kimbomi" userId="S::2220340094@office.kopo.ac.kr::37208842-174d-48ba-bd8f-ab7563f8b6c7" providerId="AD" clId="Web-{9DF1EC08-F2B0-B6D7-C6DA-A699617984D5}" dt="2022-08-22T05:17:51.022" v="2" actId="1076"/>
        <pc:sldMkLst>
          <pc:docMk/>
          <pc:sldMk cId="2918000223" sldId="1086"/>
        </pc:sldMkLst>
        <pc:spChg chg="mod">
          <ac:chgData name="kimbomi" userId="S::2220340094@office.kopo.ac.kr::37208842-174d-48ba-bd8f-ab7563f8b6c7" providerId="AD" clId="Web-{9DF1EC08-F2B0-B6D7-C6DA-A699617984D5}" dt="2022-08-22T05:13:55.472" v="1" actId="20577"/>
          <ac:spMkLst>
            <pc:docMk/>
            <pc:sldMk cId="2918000223" sldId="1086"/>
            <ac:spMk id="99" creationId="{00000000-0000-0000-0000-000000000000}"/>
          </ac:spMkLst>
        </pc:spChg>
        <pc:spChg chg="mod">
          <ac:chgData name="kimbomi" userId="S::2220340094@office.kopo.ac.kr::37208842-174d-48ba-bd8f-ab7563f8b6c7" providerId="AD" clId="Web-{9DF1EC08-F2B0-B6D7-C6DA-A699617984D5}" dt="2022-08-22T05:17:51.022" v="2" actId="1076"/>
          <ac:spMkLst>
            <pc:docMk/>
            <pc:sldMk cId="2918000223" sldId="1086"/>
            <ac:spMk id="165" creationId="{00000000-0000-0000-0000-000000000000}"/>
          </ac:spMkLst>
        </pc:spChg>
      </pc:sldChg>
    </pc:docChg>
  </pc:docChgLst>
  <pc:docChgLst>
    <pc:chgData name="게스트 사용자" userId="S::urn:spo:anon#2e4999f296fa4454f942deabbd4cab67229c09a286b424cd10f5ad68fc907094::" providerId="AD" clId="Web-{E664CEEB-A1A1-B400-B632-2E11D73332ED}"/>
    <pc:docChg chg="modSld">
      <pc:chgData name="게스트 사용자" userId="S::urn:spo:anon#2e4999f296fa4454f942deabbd4cab67229c09a286b424cd10f5ad68fc907094::" providerId="AD" clId="Web-{E664CEEB-A1A1-B400-B632-2E11D73332ED}" dt="2022-08-22T03:53:08.567" v="1" actId="1076"/>
      <pc:docMkLst>
        <pc:docMk/>
      </pc:docMkLst>
      <pc:sldChg chg="modSp">
        <pc:chgData name="게스트 사용자" userId="S::urn:spo:anon#2e4999f296fa4454f942deabbd4cab67229c09a286b424cd10f5ad68fc907094::" providerId="AD" clId="Web-{E664CEEB-A1A1-B400-B632-2E11D73332ED}" dt="2022-08-22T03:53:08.567" v="1" actId="1076"/>
        <pc:sldMkLst>
          <pc:docMk/>
          <pc:sldMk cId="2918000223" sldId="1075"/>
        </pc:sldMkLst>
        <pc:grpChg chg="mod">
          <ac:chgData name="게스트 사용자" userId="S::urn:spo:anon#2e4999f296fa4454f942deabbd4cab67229c09a286b424cd10f5ad68fc907094::" providerId="AD" clId="Web-{E664CEEB-A1A1-B400-B632-2E11D73332ED}" dt="2022-08-22T03:53:08.567" v="1" actId="1076"/>
          <ac:grpSpMkLst>
            <pc:docMk/>
            <pc:sldMk cId="2918000223" sldId="1075"/>
            <ac:grpSpMk id="215" creationId="{00000000-0000-0000-0000-000000000000}"/>
          </ac:grpSpMkLst>
        </pc:grpChg>
        <pc:cxnChg chg="mod">
          <ac:chgData name="게스트 사용자" userId="S::urn:spo:anon#2e4999f296fa4454f942deabbd4cab67229c09a286b424cd10f5ad68fc907094::" providerId="AD" clId="Web-{E664CEEB-A1A1-B400-B632-2E11D73332ED}" dt="2022-08-22T03:53:08.567" v="1" actId="1076"/>
          <ac:cxnSpMkLst>
            <pc:docMk/>
            <pc:sldMk cId="2918000223" sldId="1075"/>
            <ac:cxnSpMk id="226" creationId="{00000000-0000-0000-0000-000000000000}"/>
          </ac:cxnSpMkLst>
        </pc:cxnChg>
      </pc:sldChg>
    </pc:docChg>
  </pc:docChgLst>
  <pc:docChgLst>
    <pc:chgData name="게스트 사용자" userId="S::urn:spo:anon#b252f10e621905dde2ff1df75501ff64848415fb174863d2a3f4236d6a845278::" providerId="AD" clId="Web-{A46C6232-76D7-5573-6CD4-99106A25EAD8}"/>
    <pc:docChg chg="addSld delSld modSld">
      <pc:chgData name="게스트 사용자" userId="S::urn:spo:anon#b252f10e621905dde2ff1df75501ff64848415fb174863d2a3f4236d6a845278::" providerId="AD" clId="Web-{A46C6232-76D7-5573-6CD4-99106A25EAD8}" dt="2025-06-23T07:46:09.384" v="216"/>
      <pc:docMkLst>
        <pc:docMk/>
      </pc:docMkLst>
      <pc:sldChg chg="addSp delSp modSp del">
        <pc:chgData name="게스트 사용자" userId="S::urn:spo:anon#b252f10e621905dde2ff1df75501ff64848415fb174863d2a3f4236d6a845278::" providerId="AD" clId="Web-{A46C6232-76D7-5573-6CD4-99106A25EAD8}" dt="2025-06-23T07:46:09.384" v="216"/>
        <pc:sldMkLst>
          <pc:docMk/>
          <pc:sldMk cId="2890901211" sldId="1118"/>
        </pc:sldMkLst>
        <pc:spChg chg="del">
          <ac:chgData name="게스트 사용자" userId="S::urn:spo:anon#b252f10e621905dde2ff1df75501ff64848415fb174863d2a3f4236d6a845278::" providerId="AD" clId="Web-{A46C6232-76D7-5573-6CD4-99106A25EAD8}" dt="2025-06-23T07:06:14" v="6"/>
          <ac:spMkLst>
            <pc:docMk/>
            <pc:sldMk cId="2890901211" sldId="1118"/>
            <ac:spMk id="2" creationId="{D83DC186-4317-47EE-9D3A-6A567F47FBA7}"/>
          </ac:spMkLst>
        </pc:spChg>
        <pc:spChg chg="del">
          <ac:chgData name="게스트 사용자" userId="S::urn:spo:anon#b252f10e621905dde2ff1df75501ff64848415fb174863d2a3f4236d6a845278::" providerId="AD" clId="Web-{A46C6232-76D7-5573-6CD4-99106A25EAD8}" dt="2025-06-23T07:06:14" v="5"/>
          <ac:spMkLst>
            <pc:docMk/>
            <pc:sldMk cId="2890901211" sldId="1118"/>
            <ac:spMk id="3" creationId="{FC844D3B-9CF7-F8D3-E3AB-6FD8C30EF5E2}"/>
          </ac:spMkLst>
        </pc:spChg>
        <pc:spChg chg="add mod">
          <ac:chgData name="게스트 사용자" userId="S::urn:spo:anon#b252f10e621905dde2ff1df75501ff64848415fb174863d2a3f4236d6a845278::" providerId="AD" clId="Web-{A46C6232-76D7-5573-6CD4-99106A25EAD8}" dt="2025-06-23T07:23:34.079" v="215" actId="20577"/>
          <ac:spMkLst>
            <pc:docMk/>
            <pc:sldMk cId="2890901211" sldId="1118"/>
            <ac:spMk id="6" creationId="{D91810DF-8978-E166-ACA9-2ADF0CE51433}"/>
          </ac:spMkLst>
        </pc:spChg>
        <pc:graphicFrameChg chg="del">
          <ac:chgData name="게스트 사용자" userId="S::urn:spo:anon#b252f10e621905dde2ff1df75501ff64848415fb174863d2a3f4236d6a845278::" providerId="AD" clId="Web-{A46C6232-76D7-5573-6CD4-99106A25EAD8}" dt="2025-06-23T07:06:14" v="4"/>
          <ac:graphicFrameMkLst>
            <pc:docMk/>
            <pc:sldMk cId="2890901211" sldId="1118"/>
            <ac:graphicFrameMk id="4" creationId="{BCA4F289-D628-E605-E3A9-078FB07BF849}"/>
          </ac:graphicFrameMkLst>
        </pc:graphicFrameChg>
        <pc:graphicFrameChg chg="del">
          <ac:chgData name="게스트 사용자" userId="S::urn:spo:anon#b252f10e621905dde2ff1df75501ff64848415fb174863d2a3f4236d6a845278::" providerId="AD" clId="Web-{A46C6232-76D7-5573-6CD4-99106A25EAD8}" dt="2025-06-23T07:06:14" v="3"/>
          <ac:graphicFrameMkLst>
            <pc:docMk/>
            <pc:sldMk cId="2890901211" sldId="1118"/>
            <ac:graphicFrameMk id="5" creationId="{29DC7EA6-AB03-286A-9A7A-F70EDF3E72C7}"/>
          </ac:graphicFrameMkLst>
        </pc:graphicFrameChg>
        <pc:graphicFrameChg chg="del">
          <ac:chgData name="게스트 사용자" userId="S::urn:spo:anon#b252f10e621905dde2ff1df75501ff64848415fb174863d2a3f4236d6a845278::" providerId="AD" clId="Web-{A46C6232-76D7-5573-6CD4-99106A25EAD8}" dt="2025-06-23T07:06:14" v="2"/>
          <ac:graphicFrameMkLst>
            <pc:docMk/>
            <pc:sldMk cId="2890901211" sldId="1118"/>
            <ac:graphicFrameMk id="7" creationId="{CB71D455-1410-CE1F-651D-B4B31FBD4DDB}"/>
          </ac:graphicFrameMkLst>
        </pc:graphicFrameChg>
        <pc:graphicFrameChg chg="del">
          <ac:chgData name="게스트 사용자" userId="S::urn:spo:anon#b252f10e621905dde2ff1df75501ff64848415fb174863d2a3f4236d6a845278::" providerId="AD" clId="Web-{A46C6232-76D7-5573-6CD4-99106A25EAD8}" dt="2025-06-23T07:06:14" v="1"/>
          <ac:graphicFrameMkLst>
            <pc:docMk/>
            <pc:sldMk cId="2890901211" sldId="1118"/>
            <ac:graphicFrameMk id="8" creationId="{9DBFE75B-579B-DBB6-BE3C-5DD7E565FB7B}"/>
          </ac:graphicFrameMkLst>
        </pc:graphicFrameChg>
        <pc:picChg chg="add mod">
          <ac:chgData name="게스트 사용자" userId="S::urn:spo:anon#b252f10e621905dde2ff1df75501ff64848415fb174863d2a3f4236d6a845278::" providerId="AD" clId="Web-{A46C6232-76D7-5573-6CD4-99106A25EAD8}" dt="2025-06-23T07:22:22.578" v="192" actId="1076"/>
          <ac:picMkLst>
            <pc:docMk/>
            <pc:sldMk cId="2890901211" sldId="1118"/>
            <ac:picMk id="9" creationId="{81768040-B481-DD36-01AA-8397638B6FEF}"/>
          </ac:picMkLst>
        </pc:picChg>
        <pc:picChg chg="add mod">
          <ac:chgData name="게스트 사용자" userId="S::urn:spo:anon#b252f10e621905dde2ff1df75501ff64848415fb174863d2a3f4236d6a845278::" providerId="AD" clId="Web-{A46C6232-76D7-5573-6CD4-99106A25EAD8}" dt="2025-06-23T07:22:23.688" v="193" actId="1076"/>
          <ac:picMkLst>
            <pc:docMk/>
            <pc:sldMk cId="2890901211" sldId="1118"/>
            <ac:picMk id="10" creationId="{3931A335-BB05-E028-DE2B-85A40A901367}"/>
          </ac:picMkLst>
        </pc:picChg>
      </pc:sldChg>
      <pc:sldChg chg="add replId">
        <pc:chgData name="게스트 사용자" userId="S::urn:spo:anon#b252f10e621905dde2ff1df75501ff64848415fb174863d2a3f4236d6a845278::" providerId="AD" clId="Web-{A46C6232-76D7-5573-6CD4-99106A25EAD8}" dt="2025-06-23T07:03:31.013" v="0"/>
        <pc:sldMkLst>
          <pc:docMk/>
          <pc:sldMk cId="2971690711" sldId="11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t" anchorCtr="0" compatLnSpc="1">
            <a:prstTxWarp prst="textNoShape">
              <a:avLst/>
            </a:prstTxWarp>
          </a:bodyPr>
          <a:lstStyle>
            <a:lvl1pPr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t" anchorCtr="0" compatLnSpc="1">
            <a:prstTxWarp prst="textNoShape">
              <a:avLst/>
            </a:prstTxWarp>
          </a:bodyPr>
          <a:lstStyle>
            <a:lvl1pPr algn="r"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b" anchorCtr="0" compatLnSpc="1">
            <a:prstTxWarp prst="textNoShape">
              <a:avLst/>
            </a:prstTxWarp>
          </a:bodyPr>
          <a:lstStyle>
            <a:lvl1pPr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b" anchorCtr="0" compatLnSpc="1">
            <a:prstTxWarp prst="textNoShape">
              <a:avLst/>
            </a:prstTxWarp>
          </a:bodyPr>
          <a:lstStyle>
            <a:lvl1pPr algn="r" defTabSz="926631" eaLnBrk="1" hangingPunct="1">
              <a:defRPr i="1">
                <a:ea typeface="돋움" pitchFamily="50" charset="-127"/>
              </a:defRPr>
            </a:lvl1pPr>
          </a:lstStyle>
          <a:p>
            <a:pPr>
              <a:defRPr/>
            </a:pPr>
            <a:fld id="{6BC88F5B-7C2E-428B-A608-6E36D9E26A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3601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t" anchorCtr="0" compatLnSpc="1">
            <a:prstTxWarp prst="textNoShape">
              <a:avLst/>
            </a:prstTxWarp>
          </a:bodyPr>
          <a:lstStyle>
            <a:lvl1pPr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t" anchorCtr="0" compatLnSpc="1">
            <a:prstTxWarp prst="textNoShape">
              <a:avLst/>
            </a:prstTxWarp>
          </a:bodyPr>
          <a:lstStyle>
            <a:lvl1pPr algn="r"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2313" y="754063"/>
            <a:ext cx="5351462" cy="3705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34" tIns="46666" rIns="93334" bIns="46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b" anchorCtr="0" compatLnSpc="1">
            <a:prstTxWarp prst="textNoShape">
              <a:avLst/>
            </a:prstTxWarp>
          </a:bodyPr>
          <a:lstStyle>
            <a:lvl1pPr defTabSz="927024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0" tIns="0" rIns="19310" bIns="0" numCol="1" anchor="b" anchorCtr="0" compatLnSpc="1">
            <a:prstTxWarp prst="textNoShape">
              <a:avLst/>
            </a:prstTxWarp>
          </a:bodyPr>
          <a:lstStyle>
            <a:lvl1pPr algn="r" defTabSz="926631" eaLnBrk="1" hangingPunct="1">
              <a:defRPr i="1">
                <a:ea typeface="돋움" pitchFamily="50" charset="-127"/>
              </a:defRPr>
            </a:lvl1pPr>
          </a:lstStyle>
          <a:p>
            <a:pPr>
              <a:defRPr/>
            </a:pPr>
            <a:fld id="{9A5F411B-4C42-48E6-8B02-B6074BC69D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8138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04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5F411B-4C42-48E6-8B02-B6074BC69DFC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933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5F411B-4C42-48E6-8B02-B6074BC69DFC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6683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5F411B-4C42-48E6-8B02-B6074BC69DFC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3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44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720975" y="6589713"/>
            <a:ext cx="2311400" cy="2270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B584574-798B-44BA-97D8-3FB2BC5495A9}" type="slidenum">
              <a:rPr lang="ko-KR" altLang="en-US"/>
              <a:pPr/>
              <a:t>‹#›</a:t>
            </a:fld>
            <a:endParaRPr lang="ko-KR" altLang="en-US"/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7938" y="6562725"/>
            <a:ext cx="99139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7938" y="6557963"/>
            <a:ext cx="889931" cy="269916"/>
          </a:xfrm>
          <a:prstGeom prst="rect">
            <a:avLst/>
          </a:prstGeom>
          <a:noFill/>
        </p:spPr>
        <p:txBody>
          <a:bodyPr wrap="none" lIns="107287" tIns="53643" rIns="107287" bIns="53643">
            <a:spAutoFit/>
          </a:bodyPr>
          <a:lstStyle/>
          <a:p>
            <a:pPr marL="0" marR="0" lvl="1" indent="0" algn="l" defTabSz="107286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err="1">
                <a:solidFill>
                  <a:prstClr val="black"/>
                </a:solidFill>
                <a:latin typeface="맑은 고딕"/>
                <a:ea typeface="맑은 고딕"/>
              </a:rPr>
              <a:t>솔트웨어</a:t>
            </a:r>
            <a:r>
              <a:rPr lang="ko-KR" altLang="en-US" sz="1050">
                <a:solidFill>
                  <a:prstClr val="black"/>
                </a:solidFill>
                <a:latin typeface="맑은 고딕"/>
                <a:ea typeface="맑은 고딕"/>
              </a:rPr>
              <a:t>㈜</a:t>
            </a:r>
            <a:endParaRPr lang="en-US" altLang="ko-KR" sz="105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5975350" y="127000"/>
            <a:ext cx="3797300" cy="2616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sz="11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1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설계서</a:t>
            </a:r>
          </a:p>
        </p:txBody>
      </p:sp>
      <p:sp>
        <p:nvSpPr>
          <p:cNvPr id="8" name="Text Box 44"/>
          <p:cNvSpPr txBox="1">
            <a:spLocks noChangeArrowheads="1"/>
          </p:cNvSpPr>
          <p:nvPr userDrawn="1"/>
        </p:nvSpPr>
        <p:spPr bwMode="auto">
          <a:xfrm>
            <a:off x="152400" y="117475"/>
            <a:ext cx="37973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1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포털 구축</a:t>
            </a:r>
          </a:p>
        </p:txBody>
      </p:sp>
      <p:sp>
        <p:nvSpPr>
          <p:cNvPr id="9" name="Line 51"/>
          <p:cNvSpPr>
            <a:spLocks noChangeShapeType="1"/>
          </p:cNvSpPr>
          <p:nvPr userDrawn="1"/>
        </p:nvSpPr>
        <p:spPr bwMode="auto">
          <a:xfrm>
            <a:off x="228600" y="422275"/>
            <a:ext cx="94488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ko-KR" altLang="en-US">
              <a:solidFill>
                <a:prstClr val="black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81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C89C4F-9FD3-47CE-A69D-C7FF3ACE7053}" type="slidenum">
              <a:rPr lang="ko-KR" altLang="en-US"/>
              <a:pPr/>
              <a:t>‹#›</a:t>
            </a:fld>
            <a:endParaRPr lang="ko-KR" altLang="en-US"/>
          </a:p>
        </p:txBody>
      </p:sp>
      <p:graphicFrame>
        <p:nvGraphicFramePr>
          <p:cNvPr id="30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52077353"/>
              </p:ext>
            </p:extLst>
          </p:nvPr>
        </p:nvGraphicFramePr>
        <p:xfrm>
          <a:off x="125432" y="462816"/>
          <a:ext cx="8286490" cy="404616"/>
        </p:xfrm>
        <a:graphic>
          <a:graphicData uri="http://schemas.openxmlformats.org/drawingml/2006/table">
            <a:tbl>
              <a:tblPr/>
              <a:tblGrid>
                <a:gridCol w="947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ko-KR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화면경로</a:t>
                      </a:r>
                      <a:endParaRPr kumimoji="1" lang="en-US" altLang="ko-KR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시스템명</a:t>
                      </a:r>
                      <a:endParaRPr kumimoji="1" lang="ko-KR" altLang="en-US" sz="7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1" name="그룹 1"/>
          <p:cNvGrpSpPr>
            <a:grpSpLocks/>
          </p:cNvGrpSpPr>
          <p:nvPr userDrawn="1"/>
        </p:nvGrpSpPr>
        <p:grpSpPr bwMode="auto">
          <a:xfrm>
            <a:off x="125435" y="459991"/>
            <a:ext cx="9655134" cy="6087712"/>
            <a:chOff x="125376" y="408749"/>
            <a:chExt cx="9653624" cy="6086779"/>
          </a:xfrm>
        </p:grpSpPr>
        <p:sp>
          <p:nvSpPr>
            <p:cNvPr id="32" name="Rectangle 120"/>
            <p:cNvSpPr>
              <a:spLocks noChangeArrowheads="1"/>
            </p:cNvSpPr>
            <p:nvPr/>
          </p:nvSpPr>
          <p:spPr bwMode="auto">
            <a:xfrm>
              <a:off x="8410570" y="408749"/>
              <a:ext cx="1368430" cy="19563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>
              <a:solidFill>
                <a:srgbClr val="FFFFFF">
                  <a:lumMod val="65000"/>
                </a:srgbClr>
              </a:solidFill>
              <a:miter lim="800000"/>
              <a:headEnd/>
              <a:tailEnd/>
            </a:ln>
          </p:spPr>
          <p:txBody>
            <a:bodyPr wrap="none" lIns="36000" tIns="0" rIns="3600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88900" algn="l"/>
                </a:tabLst>
                <a:defRPr/>
              </a:pPr>
              <a:r>
                <a:rPr kumimoji="0" lang="en-US" altLang="ko-KR" sz="700" b="1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Description</a:t>
              </a:r>
              <a:endParaRPr kumimoji="0" lang="ko-KR" altLang="en-US" sz="700" b="1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25376" y="411472"/>
              <a:ext cx="8285194" cy="6084056"/>
            </a:xfrm>
            <a:prstGeom prst="rect">
              <a:avLst/>
            </a:prstGeom>
            <a:noFill/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410570" y="411472"/>
              <a:ext cx="1368430" cy="6084056"/>
            </a:xfrm>
            <a:prstGeom prst="rect">
              <a:avLst/>
            </a:prstGeom>
            <a:noFill/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7" name="그룹 518"/>
          <p:cNvGrpSpPr/>
          <p:nvPr userDrawn="1"/>
        </p:nvGrpSpPr>
        <p:grpSpPr>
          <a:xfrm>
            <a:off x="300948" y="875300"/>
            <a:ext cx="7898490" cy="606131"/>
            <a:chOff x="438072" y="1130206"/>
            <a:chExt cx="7898490" cy="606131"/>
          </a:xfrm>
        </p:grpSpPr>
        <p:grpSp>
          <p:nvGrpSpPr>
            <p:cNvPr id="28" name="그룹 335"/>
            <p:cNvGrpSpPr/>
            <p:nvPr/>
          </p:nvGrpSpPr>
          <p:grpSpPr>
            <a:xfrm>
              <a:off x="809040" y="1400311"/>
              <a:ext cx="7527522" cy="336026"/>
              <a:chOff x="680601" y="1124652"/>
              <a:chExt cx="7527522" cy="336026"/>
            </a:xfrm>
          </p:grpSpPr>
          <p:grpSp>
            <p:nvGrpSpPr>
              <p:cNvPr id="51" name="그룹 307"/>
              <p:cNvGrpSpPr/>
              <p:nvPr/>
            </p:nvGrpSpPr>
            <p:grpSpPr>
              <a:xfrm>
                <a:off x="680601" y="1124652"/>
                <a:ext cx="3864344" cy="336026"/>
                <a:chOff x="1388635" y="640616"/>
                <a:chExt cx="3864344" cy="336026"/>
              </a:xfrm>
            </p:grpSpPr>
            <p:sp>
              <p:nvSpPr>
                <p:cNvPr id="69" name="직사각형 211"/>
                <p:cNvSpPr>
                  <a:spLocks noChangeArrowheads="1"/>
                </p:cNvSpPr>
                <p:nvPr/>
              </p:nvSpPr>
              <p:spPr bwMode="auto">
                <a:xfrm>
                  <a:off x="2173610" y="732625"/>
                  <a:ext cx="3079369" cy="1661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 anchorCtr="0">
                  <a:spAutoFit/>
                </a:bodyPr>
                <a:lstStyle/>
                <a:p>
                  <a:pPr algn="r" eaLnBrk="1" fontAlgn="auto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kern="0" spc="-50">
                      <a:latin typeface="맑은 고딕" pitchFamily="50" charset="-127"/>
                      <a:ea typeface="맑은 고딕" pitchFamily="50" charset="-127"/>
                    </a:rPr>
                    <a:t>MY</a:t>
                  </a:r>
                  <a:r>
                    <a:rPr kumimoji="0" lang="en-US" altLang="ko-KR" sz="900" b="1" kern="0" spc="-50" baseline="0">
                      <a:latin typeface="맑은 고딕" pitchFamily="50" charset="-127"/>
                      <a:ea typeface="맑은 고딕" pitchFamily="50" charset="-127"/>
                    </a:rPr>
                    <a:t> WORKS     </a:t>
                  </a:r>
                  <a:r>
                    <a:rPr kumimoji="0" lang="ko-KR" altLang="en-US" sz="900" b="1" kern="0" spc="-50" baseline="0">
                      <a:latin typeface="맑은 고딕" pitchFamily="50" charset="-127"/>
                      <a:ea typeface="맑은 고딕" pitchFamily="50" charset="-127"/>
                    </a:rPr>
                    <a:t>메일     전자결재     커뮤니케이션     </a:t>
                  </a:r>
                  <a:r>
                    <a:rPr kumimoji="0" lang="en-US" altLang="ko-KR" sz="900" b="1" kern="0" spc="-50" baseline="0">
                      <a:latin typeface="맑은 고딕" pitchFamily="50" charset="-127"/>
                      <a:ea typeface="맑은 고딕" pitchFamily="50" charset="-127"/>
                    </a:rPr>
                    <a:t>Help Desk</a:t>
                  </a:r>
                  <a:endParaRPr kumimoji="0" lang="en-US" altLang="ko-KR" sz="900" b="1" kern="0" spc="-50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grpSp>
              <p:nvGrpSpPr>
                <p:cNvPr id="56" name="그룹 142"/>
                <p:cNvGrpSpPr/>
                <p:nvPr/>
              </p:nvGrpSpPr>
              <p:grpSpPr>
                <a:xfrm>
                  <a:off x="1388635" y="640616"/>
                  <a:ext cx="416164" cy="336026"/>
                  <a:chOff x="864296" y="1218354"/>
                  <a:chExt cx="601279" cy="485494"/>
                </a:xfrm>
              </p:grpSpPr>
              <p:sp>
                <p:nvSpPr>
                  <p:cNvPr id="59" name="직사각형 58"/>
                  <p:cNvSpPr/>
                  <p:nvPr/>
                </p:nvSpPr>
                <p:spPr>
                  <a:xfrm>
                    <a:off x="864296" y="1523465"/>
                    <a:ext cx="601279" cy="18038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0" name="직사각형 59"/>
                  <p:cNvSpPr/>
                  <p:nvPr/>
                </p:nvSpPr>
                <p:spPr>
                  <a:xfrm>
                    <a:off x="864296" y="1218354"/>
                    <a:ext cx="601279" cy="12025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52" name="모서리가 둥근 직사각형 51"/>
              <p:cNvSpPr/>
              <p:nvPr/>
            </p:nvSpPr>
            <p:spPr>
              <a:xfrm>
                <a:off x="4824561" y="1180410"/>
                <a:ext cx="3383562" cy="24051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0" lang="en-US" altLang="ko-KR" sz="900" b="1" kern="0" spc="-5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ERP         BW       </a:t>
                </a:r>
                <a:r>
                  <a:rPr kumimoji="0" lang="ko-KR" altLang="en-US" sz="900" b="1" kern="0" spc="-5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기술정보</a:t>
                </a:r>
                <a:r>
                  <a:rPr kumimoji="0" lang="en-US" altLang="ko-KR" sz="900" b="1" kern="0" spc="-5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DB</a:t>
                </a:r>
                <a:r>
                  <a:rPr kumimoji="0" lang="en-US" altLang="ko-KR" sz="900" b="1" kern="0" spc="-50" baseline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       </a:t>
                </a:r>
                <a:r>
                  <a:rPr kumimoji="0" lang="ko-KR" altLang="en-US" sz="900" b="1" kern="0" spc="-50" baseline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지식마당</a:t>
                </a:r>
                <a:r>
                  <a:rPr kumimoji="0" lang="en-US" altLang="ko-KR" sz="900" b="1" kern="0" spc="-5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              +</a:t>
                </a:r>
                <a:r>
                  <a:rPr kumimoji="0" lang="ko-KR" altLang="en-US" sz="900" b="1" kern="0" spc="-50" err="1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더보기</a:t>
                </a:r>
                <a:endParaRPr lang="ko-KR" altLang="en-US"/>
              </a:p>
            </p:txBody>
          </p:sp>
        </p:grpSp>
        <p:grpSp>
          <p:nvGrpSpPr>
            <p:cNvPr id="29" name="그룹 432"/>
            <p:cNvGrpSpPr/>
            <p:nvPr/>
          </p:nvGrpSpPr>
          <p:grpSpPr>
            <a:xfrm>
              <a:off x="438072" y="1130206"/>
              <a:ext cx="7674210" cy="212668"/>
              <a:chOff x="438072" y="1130206"/>
              <a:chExt cx="7674210" cy="212668"/>
            </a:xfrm>
          </p:grpSpPr>
          <p:grpSp>
            <p:nvGrpSpPr>
              <p:cNvPr id="36" name="그룹 345"/>
              <p:cNvGrpSpPr/>
              <p:nvPr/>
            </p:nvGrpSpPr>
            <p:grpSpPr>
              <a:xfrm>
                <a:off x="438072" y="1130206"/>
                <a:ext cx="7674210" cy="212668"/>
                <a:chOff x="328843" y="878483"/>
                <a:chExt cx="7674210" cy="212668"/>
              </a:xfrm>
            </p:grpSpPr>
            <p:grpSp>
              <p:nvGrpSpPr>
                <p:cNvPr id="41" name="그룹 65"/>
                <p:cNvGrpSpPr/>
                <p:nvPr/>
              </p:nvGrpSpPr>
              <p:grpSpPr>
                <a:xfrm>
                  <a:off x="328843" y="878483"/>
                  <a:ext cx="7674210" cy="212668"/>
                  <a:chOff x="328843" y="878483"/>
                  <a:chExt cx="7674210" cy="258430"/>
                </a:xfrm>
              </p:grpSpPr>
              <p:sp>
                <p:nvSpPr>
                  <p:cNvPr id="46" name="양쪽 모서리가 둥근 사각형 45"/>
                  <p:cNvSpPr/>
                  <p:nvPr/>
                </p:nvSpPr>
                <p:spPr>
                  <a:xfrm rot="10800000">
                    <a:off x="328843" y="878483"/>
                    <a:ext cx="7674210" cy="25843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/>
                  </a:p>
                </p:txBody>
              </p:sp>
              <p:sp>
                <p:nvSpPr>
                  <p:cNvPr id="47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7391114" y="913874"/>
                    <a:ext cx="536575" cy="178967"/>
                  </a:xfrm>
                  <a:prstGeom prst="roundRect">
                    <a:avLst/>
                  </a:prstGeom>
                  <a:gradFill rotWithShape="1">
                    <a:gsLst>
                      <a:gs pos="0">
                        <a:sysClr val="windowText" lastClr="000000">
                          <a:tint val="50000"/>
                          <a:satMod val="300000"/>
                        </a:sysClr>
                      </a:gs>
                      <a:gs pos="35000">
                        <a:sysClr val="windowText" lastClr="000000">
                          <a:tint val="37000"/>
                          <a:satMod val="300000"/>
                        </a:sysClr>
                      </a:gs>
                      <a:gs pos="100000">
                        <a:sysClr val="windowText" lastClr="000000">
                          <a:tint val="15000"/>
                          <a:satMod val="350000"/>
                        </a:sysClr>
                      </a:gs>
                    </a:gsLst>
                    <a:lin ang="16200000" scaled="1"/>
                  </a:gradFill>
                  <a:ln w="9525" cap="flat" cmpd="sng" algn="ctr">
                    <a:solidFill>
                      <a:sysClr val="windowText" lastClr="000000">
                        <a:shade val="95000"/>
                        <a:satMod val="105000"/>
                      </a:sysClr>
                    </a:solidFill>
                    <a:prstDash val="solid"/>
                    <a:headEnd/>
                    <a:tailEnd/>
                  </a:ln>
                  <a:effectLst/>
                </p:spPr>
                <p:txBody>
                  <a:bodyPr wrap="none" lIns="92059" tIns="0" rIns="92059" bIns="0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800" b="1" kern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로그아웃</a:t>
                    </a:r>
                  </a:p>
                </p:txBody>
              </p:sp>
              <p:sp>
                <p:nvSpPr>
                  <p:cNvPr id="48" name="직사각형 211"/>
                  <p:cNvSpPr>
                    <a:spLocks noChangeArrowheads="1"/>
                  </p:cNvSpPr>
                  <p:nvPr/>
                </p:nvSpPr>
                <p:spPr bwMode="auto">
                  <a:xfrm>
                    <a:off x="6259485" y="922441"/>
                    <a:ext cx="415178" cy="1618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 anchorCtr="0">
                    <a:spAutoFit/>
                  </a:bodyPr>
                  <a:lstStyle/>
                  <a:p>
                    <a:pPr algn="r" eaLnBrk="1" fontAlgn="auto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ko-KR" altLang="en-US" sz="800" b="1" kern="0" spc="-5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홍길동 님</a:t>
                    </a:r>
                    <a:endParaRPr kumimoji="0" lang="en-US" altLang="ko-KR" sz="800" b="0" kern="0" spc="-50">
                      <a:solidFill>
                        <a:schemeClr val="bg1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sp>
                <p:nvSpPr>
                  <p:cNvPr id="35" name="Rectangle 116"/>
                  <p:cNvSpPr>
                    <a:spLocks noChangeArrowheads="1"/>
                  </p:cNvSpPr>
                  <p:nvPr userDrawn="1"/>
                </p:nvSpPr>
                <p:spPr bwMode="auto">
                  <a:xfrm>
                    <a:off x="6824490" y="913874"/>
                    <a:ext cx="536575" cy="178967"/>
                  </a:xfrm>
                  <a:prstGeom prst="roundRect">
                    <a:avLst/>
                  </a:prstGeom>
                  <a:gradFill rotWithShape="1">
                    <a:gsLst>
                      <a:gs pos="0">
                        <a:sysClr val="windowText" lastClr="000000">
                          <a:tint val="50000"/>
                          <a:satMod val="300000"/>
                        </a:sysClr>
                      </a:gs>
                      <a:gs pos="35000">
                        <a:sysClr val="windowText" lastClr="000000">
                          <a:tint val="37000"/>
                          <a:satMod val="300000"/>
                        </a:sysClr>
                      </a:gs>
                      <a:gs pos="100000">
                        <a:sysClr val="windowText" lastClr="000000">
                          <a:tint val="15000"/>
                          <a:satMod val="350000"/>
                        </a:sysClr>
                      </a:gs>
                    </a:gsLst>
                    <a:lin ang="16200000" scaled="1"/>
                  </a:gradFill>
                  <a:ln w="9525" cap="flat" cmpd="sng" algn="ctr">
                    <a:solidFill>
                      <a:sysClr val="windowText" lastClr="000000">
                        <a:shade val="95000"/>
                        <a:satMod val="105000"/>
                      </a:sysClr>
                    </a:solidFill>
                    <a:prstDash val="solid"/>
                    <a:headEnd/>
                    <a:tailEnd/>
                  </a:ln>
                  <a:effectLst/>
                </p:spPr>
                <p:txBody>
                  <a:bodyPr wrap="none" lIns="92059" tIns="0" rIns="92059" bIns="0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800" b="1" kern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rPr>
                      <a:t>My Menu</a:t>
                    </a:r>
                    <a:endParaRPr kumimoji="0" lang="ko-KR" altLang="en-US" sz="800" b="1" kern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</p:grpSp>
            <p:grpSp>
              <p:nvGrpSpPr>
                <p:cNvPr id="42" name="그룹 71"/>
                <p:cNvGrpSpPr/>
                <p:nvPr/>
              </p:nvGrpSpPr>
              <p:grpSpPr>
                <a:xfrm>
                  <a:off x="370850" y="891054"/>
                  <a:ext cx="2104480" cy="180384"/>
                  <a:chOff x="370850" y="879771"/>
                  <a:chExt cx="2104480" cy="180384"/>
                </a:xfrm>
              </p:grpSpPr>
              <p:sp>
                <p:nvSpPr>
                  <p:cNvPr id="43" name="모서리가 둥근 직사각형 42"/>
                  <p:cNvSpPr/>
                  <p:nvPr/>
                </p:nvSpPr>
                <p:spPr>
                  <a:xfrm>
                    <a:off x="370850" y="879771"/>
                    <a:ext cx="2104480" cy="18038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952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5" name="양쪽 모서리가 둥근 사각형 44"/>
                  <p:cNvSpPr/>
                  <p:nvPr/>
                </p:nvSpPr>
                <p:spPr>
                  <a:xfrm>
                    <a:off x="2054434" y="895392"/>
                    <a:ext cx="397987" cy="149142"/>
                  </a:xfrm>
                  <a:prstGeom prst="round2SameRect">
                    <a:avLst>
                      <a:gd name="adj1" fmla="val 50000"/>
                      <a:gd name="adj2" fmla="val 50000"/>
                    </a:avLst>
                  </a:prstGeom>
                  <a:solidFill>
                    <a:schemeClr val="tx2">
                      <a:lumMod val="60000"/>
                      <a:lumOff val="40000"/>
                    </a:schemeClr>
                  </a:solidFill>
                  <a:ln w="63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800" b="1"/>
                      <a:t>검색</a:t>
                    </a:r>
                  </a:p>
                </p:txBody>
              </p:sp>
            </p:grpSp>
          </p:grpSp>
          <p:sp>
            <p:nvSpPr>
              <p:cNvPr id="38" name="직사각형 211"/>
              <p:cNvSpPr>
                <a:spLocks noChangeArrowheads="1"/>
              </p:cNvSpPr>
              <p:nvPr/>
            </p:nvSpPr>
            <p:spPr bwMode="auto">
              <a:xfrm>
                <a:off x="3355462" y="1162674"/>
                <a:ext cx="2961307" cy="1477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ERP </a:t>
                </a:r>
                <a:r>
                  <a:rPr kumimoji="0" lang="en-US" altLang="ko-KR" sz="800" b="1" kern="0" spc="-50">
                    <a:latin typeface="맑은 고딕" pitchFamily="50" charset="-127"/>
                    <a:ea typeface="맑은 고딕" pitchFamily="50" charset="-127"/>
                  </a:rPr>
                  <a:t>00</a:t>
                </a:r>
                <a:r>
                  <a:rPr kumimoji="0" lang="ko-KR" altLang="en-US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건  미결</a:t>
                </a:r>
                <a:r>
                  <a:rPr kumimoji="0" lang="en-US" altLang="ko-KR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kumimoji="0" lang="en-US" altLang="ko-KR" sz="800" b="1" kern="0" spc="-50">
                    <a:latin typeface="맑은 고딕" pitchFamily="50" charset="-127"/>
                    <a:ea typeface="맑은 고딕" pitchFamily="50" charset="-127"/>
                  </a:rPr>
                  <a:t>00</a:t>
                </a:r>
                <a:r>
                  <a:rPr kumimoji="0" lang="ko-KR" altLang="en-US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건  수신</a:t>
                </a:r>
                <a:r>
                  <a:rPr kumimoji="0" lang="en-US" altLang="ko-KR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kumimoji="0" lang="en-US" altLang="ko-KR" sz="800" b="1" kern="0" spc="-50">
                    <a:latin typeface="맑은 고딕" pitchFamily="50" charset="-127"/>
                    <a:ea typeface="맑은 고딕" pitchFamily="50" charset="-127"/>
                  </a:rPr>
                  <a:t>00</a:t>
                </a:r>
                <a:r>
                  <a:rPr kumimoji="0" lang="ko-KR" altLang="en-US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건  공람</a:t>
                </a:r>
                <a:r>
                  <a:rPr kumimoji="0" lang="en-US" altLang="ko-KR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kumimoji="0" lang="en-US" altLang="ko-KR" sz="800" b="1" kern="0" spc="-50">
                    <a:latin typeface="맑은 고딕" pitchFamily="50" charset="-127"/>
                    <a:ea typeface="맑은 고딕" pitchFamily="50" charset="-127"/>
                  </a:rPr>
                  <a:t>00</a:t>
                </a:r>
                <a:r>
                  <a:rPr kumimoji="0" lang="ko-KR" altLang="en-US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건             메일</a:t>
                </a:r>
                <a:r>
                  <a:rPr kumimoji="0" lang="en-US" altLang="ko-KR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kumimoji="0" lang="en-US" altLang="ko-KR" sz="800" b="1" kern="0" spc="-50">
                    <a:latin typeface="맑은 고딕" pitchFamily="50" charset="-127"/>
                    <a:ea typeface="맑은 고딕" pitchFamily="50" charset="-127"/>
                  </a:rPr>
                  <a:t>00</a:t>
                </a:r>
                <a:r>
                  <a:rPr kumimoji="0" lang="ko-KR" altLang="en-US" sz="800" b="1" kern="0" spc="-5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건  </a:t>
                </a:r>
                <a:endParaRPr kumimoji="0" lang="en-US" altLang="ko-KR" sz="800" b="1" kern="0" spc="-5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39" name="포인트가 10개인 별 38"/>
              <p:cNvSpPr/>
              <p:nvPr/>
            </p:nvSpPr>
            <p:spPr>
              <a:xfrm>
                <a:off x="3346412" y="1200724"/>
                <a:ext cx="71633" cy="71633"/>
              </a:xfrm>
              <a:prstGeom prst="star10">
                <a:avLst>
                  <a:gd name="adj" fmla="val 40027"/>
                  <a:gd name="hf" fmla="val 105146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b="1">
                  <a:solidFill>
                    <a:schemeClr val="accent6">
                      <a:lumMod val="75000"/>
                    </a:schemeClr>
                  </a:solidFill>
                  <a:latin typeface="Arial Rounded MT Bold" pitchFamily="34" charset="0"/>
                </a:endParaRPr>
              </a:p>
            </p:txBody>
          </p:sp>
          <p:sp>
            <p:nvSpPr>
              <p:cNvPr id="40" name="포인트가 10개인 별 39"/>
              <p:cNvSpPr/>
              <p:nvPr/>
            </p:nvSpPr>
            <p:spPr>
              <a:xfrm>
                <a:off x="5587967" y="1200724"/>
                <a:ext cx="71633" cy="71633"/>
              </a:xfrm>
              <a:prstGeom prst="star10">
                <a:avLst>
                  <a:gd name="adj" fmla="val 40027"/>
                  <a:gd name="hf" fmla="val 105146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b="1">
                  <a:solidFill>
                    <a:schemeClr val="accent6">
                      <a:lumMod val="75000"/>
                    </a:schemeClr>
                  </a:solidFill>
                  <a:latin typeface="Arial Rounded MT Bold" pitchFamily="34" charset="0"/>
                </a:endParaRPr>
              </a:p>
            </p:txBody>
          </p:sp>
        </p:grpSp>
      </p:grpSp>
      <p:pic>
        <p:nvPicPr>
          <p:cNvPr id="37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8" t="28735" r="43916" b="60130"/>
          <a:stretch/>
        </p:blipFill>
        <p:spPr bwMode="auto">
          <a:xfrm>
            <a:off x="8001109" y="871820"/>
            <a:ext cx="213971" cy="196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226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C89C4F-9FD3-47CE-A69D-C7FF3ACE7053}" type="slidenum">
              <a:rPr lang="ko-KR" altLang="en-US"/>
              <a:pPr/>
              <a:t>‹#›</a:t>
            </a:fld>
            <a:endParaRPr lang="ko-KR" altLang="en-US"/>
          </a:p>
        </p:txBody>
      </p:sp>
      <p:grpSp>
        <p:nvGrpSpPr>
          <p:cNvPr id="31" name="그룹 1"/>
          <p:cNvGrpSpPr>
            <a:grpSpLocks/>
          </p:cNvGrpSpPr>
          <p:nvPr userDrawn="1"/>
        </p:nvGrpSpPr>
        <p:grpSpPr bwMode="auto">
          <a:xfrm>
            <a:off x="125435" y="459991"/>
            <a:ext cx="9655134" cy="6087712"/>
            <a:chOff x="125376" y="408749"/>
            <a:chExt cx="9653624" cy="6086779"/>
          </a:xfrm>
        </p:grpSpPr>
        <p:sp>
          <p:nvSpPr>
            <p:cNvPr id="32" name="Rectangle 120"/>
            <p:cNvSpPr>
              <a:spLocks noChangeArrowheads="1"/>
            </p:cNvSpPr>
            <p:nvPr/>
          </p:nvSpPr>
          <p:spPr bwMode="auto">
            <a:xfrm>
              <a:off x="8410570" y="408749"/>
              <a:ext cx="1368430" cy="195639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>
              <a:solidFill>
                <a:srgbClr val="FFFFFF">
                  <a:lumMod val="65000"/>
                </a:srgbClr>
              </a:solidFill>
              <a:miter lim="800000"/>
              <a:headEnd/>
              <a:tailEnd/>
            </a:ln>
          </p:spPr>
          <p:txBody>
            <a:bodyPr wrap="none" lIns="36000" tIns="0" rIns="3600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88900" algn="l"/>
                </a:tabLst>
                <a:defRPr/>
              </a:pPr>
              <a:r>
                <a:rPr kumimoji="0" lang="en-US" altLang="ko-KR" sz="700" b="1" ker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Description</a:t>
              </a:r>
              <a:endParaRPr kumimoji="0" lang="ko-KR" altLang="en-US" sz="700" b="1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25376" y="411472"/>
              <a:ext cx="8285194" cy="6084056"/>
            </a:xfrm>
            <a:prstGeom prst="rect">
              <a:avLst/>
            </a:prstGeom>
            <a:noFill/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8410570" y="411472"/>
              <a:ext cx="1368430" cy="6084056"/>
            </a:xfrm>
            <a:prstGeom prst="rect">
              <a:avLst/>
            </a:prstGeom>
            <a:noFill/>
            <a:ln w="12700" cap="flat" cmpd="sng" algn="ctr">
              <a:solidFill>
                <a:srgbClr val="000000">
                  <a:lumMod val="65000"/>
                  <a:lumOff val="3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800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aphicFrame>
        <p:nvGraphicFramePr>
          <p:cNvPr id="8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52077353"/>
              </p:ext>
            </p:extLst>
          </p:nvPr>
        </p:nvGraphicFramePr>
        <p:xfrm>
          <a:off x="125432" y="462816"/>
          <a:ext cx="8286490" cy="404616"/>
        </p:xfrm>
        <a:graphic>
          <a:graphicData uri="http://schemas.openxmlformats.org/drawingml/2006/table">
            <a:tbl>
              <a:tblPr/>
              <a:tblGrid>
                <a:gridCol w="947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ko-KR" alt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6" marR="36006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화면경로</a:t>
                      </a:r>
                      <a:endParaRPr kumimoji="1" lang="en-US" altLang="ko-KR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1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시스템명</a:t>
                      </a:r>
                      <a:endParaRPr kumimoji="1" lang="ko-KR" altLang="en-US" sz="7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8002" marR="78002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2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720975" y="6589713"/>
            <a:ext cx="2311400" cy="2270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B584574-798B-44BA-97D8-3FB2BC5495A9}" type="slidenum">
              <a:rPr lang="ko-KR" altLang="en-US"/>
              <a:pPr/>
              <a:t>‹#›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938" y="6557963"/>
            <a:ext cx="889931" cy="269916"/>
          </a:xfrm>
          <a:prstGeom prst="rect">
            <a:avLst/>
          </a:prstGeom>
          <a:noFill/>
        </p:spPr>
        <p:txBody>
          <a:bodyPr wrap="none" lIns="107287" tIns="53643" rIns="107287" bIns="53643">
            <a:spAutoFit/>
          </a:bodyPr>
          <a:lstStyle/>
          <a:p>
            <a:pPr marL="0" marR="0" lvl="1" indent="0" algn="l" defTabSz="107286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err="1">
                <a:solidFill>
                  <a:prstClr val="black"/>
                </a:solidFill>
                <a:latin typeface="맑은 고딕"/>
                <a:ea typeface="맑은 고딕"/>
              </a:rPr>
              <a:t>솔트웨어</a:t>
            </a:r>
            <a:r>
              <a:rPr lang="ko-KR" altLang="en-US" sz="1050">
                <a:solidFill>
                  <a:prstClr val="black"/>
                </a:solidFill>
                <a:latin typeface="맑은 고딕"/>
                <a:ea typeface="맑은 고딕"/>
              </a:rPr>
              <a:t>㈜</a:t>
            </a:r>
            <a:endParaRPr lang="en-US" altLang="ko-KR" sz="105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3" name="Text Box 32"/>
          <p:cNvSpPr txBox="1">
            <a:spLocks noChangeArrowheads="1"/>
          </p:cNvSpPr>
          <p:nvPr/>
        </p:nvSpPr>
        <p:spPr bwMode="auto">
          <a:xfrm>
            <a:off x="5975350" y="127000"/>
            <a:ext cx="37973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1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상세</a:t>
            </a:r>
            <a:r>
              <a:rPr lang="en-US" altLang="ko-KR" sz="11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11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설계서</a:t>
            </a:r>
          </a:p>
        </p:txBody>
      </p: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152400" y="117475"/>
            <a:ext cx="37973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1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포털 구축</a:t>
            </a:r>
          </a:p>
        </p:txBody>
      </p:sp>
    </p:spTree>
    <p:extLst>
      <p:ext uri="{BB962C8B-B14F-4D97-AF65-F5344CB8AC3E}">
        <p14:creationId xmlns:p14="http://schemas.microsoft.com/office/powerpoint/2010/main" val="397830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84" r:id="rId2"/>
    <p:sldLayoutId id="2147484169" r:id="rId3"/>
    <p:sldLayoutId id="2147484185" r:id="rId4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42760" y="118767"/>
            <a:ext cx="9620480" cy="664779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altLang="ko-KR" sz="4800" b="1">
              <a:latin typeface="맑은 고딕"/>
              <a:ea typeface="맑은 고딕"/>
            </a:endParaRPr>
          </a:p>
          <a:p>
            <a:pPr algn="ctr"/>
            <a:r>
              <a:rPr lang="ko-KR" altLang="en-US" sz="4800" b="1">
                <a:latin typeface="+mn-ea"/>
              </a:rPr>
              <a:t>화면 정의서</a:t>
            </a:r>
            <a:endParaRPr lang="en-US" altLang="ko-KR" sz="48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8743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6D04-41C6-6F6B-5A75-995D1C66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884BC4F-080D-2D04-59F1-69FC19E8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7" y="1020803"/>
            <a:ext cx="8386618" cy="5340589"/>
          </a:xfrm>
          <a:prstGeom prst="rect">
            <a:avLst/>
          </a:prstGeom>
        </p:spPr>
      </p:pic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37935FEF-C031-1C70-54E2-9A514BDC2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60" r="-360"/>
          <a:stretch/>
        </p:blipFill>
        <p:spPr>
          <a:xfrm>
            <a:off x="761695" y="571500"/>
            <a:ext cx="57607" cy="381305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7631A1ED-F0A5-0C73-CA16-9AC910022731}"/>
              </a:ext>
            </a:extLst>
          </p:cNvPr>
          <p:cNvSpPr txBox="1"/>
          <p:nvPr/>
        </p:nvSpPr>
        <p:spPr>
          <a:xfrm>
            <a:off x="952805" y="552298"/>
            <a:ext cx="7925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700" b="1" dirty="0">
                <a:latin typeface="맑은 고딕" panose="020B0503020000020004" pitchFamily="50" charset="-127"/>
                <a:ea typeface="맑은 고딕" panose="020B0503020000020004" pitchFamily="50" charset="-127"/>
                <a:cs typeface="Noto Sans KR" pitchFamily="34" charset="-120"/>
              </a:rPr>
              <a:t>화면 레이아웃</a:t>
            </a:r>
            <a:endParaRPr kumimoji="0" lang="en-US" sz="2700" dirty="0"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03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7576-C334-8DCE-D9A7-0CA8E2C8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321FBB86-403C-5BE9-AD60-99F7C3D9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0" r="-360"/>
          <a:stretch/>
        </p:blipFill>
        <p:spPr>
          <a:xfrm>
            <a:off x="761695" y="571500"/>
            <a:ext cx="57607" cy="381305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CC67105A-88DA-12D3-021A-0991B0F47C4C}"/>
              </a:ext>
            </a:extLst>
          </p:cNvPr>
          <p:cNvSpPr txBox="1"/>
          <p:nvPr/>
        </p:nvSpPr>
        <p:spPr>
          <a:xfrm>
            <a:off x="952805" y="552298"/>
            <a:ext cx="7925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700" b="1" dirty="0">
                <a:latin typeface="Calibri" panose="020F0502020204030204"/>
                <a:ea typeface="+mn-ea"/>
              </a:rPr>
              <a:t>메뉴 구조도</a:t>
            </a:r>
            <a:endParaRPr kumimoji="0" lang="en-US" sz="2700" b="1" dirty="0">
              <a:latin typeface="Calibri" panose="020F0502020204030204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1308A5-C5EC-CB65-CCF8-8A995F490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1090522"/>
            <a:ext cx="794495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B07E-063B-2FC1-F2D5-AF2D9DA6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75B32192-9A74-32EC-F1D5-E3F8D13E8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0" r="-360"/>
          <a:stretch/>
        </p:blipFill>
        <p:spPr>
          <a:xfrm>
            <a:off x="761695" y="571500"/>
            <a:ext cx="57607" cy="381305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C6A0142C-8410-11D4-ECD5-D7DBEA686ECA}"/>
              </a:ext>
            </a:extLst>
          </p:cNvPr>
          <p:cNvSpPr txBox="1"/>
          <p:nvPr/>
        </p:nvSpPr>
        <p:spPr>
          <a:xfrm>
            <a:off x="952805" y="552298"/>
            <a:ext cx="7925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700" b="1" dirty="0">
                <a:latin typeface="Calibri" panose="020F0502020204030204"/>
                <a:ea typeface="+mn-ea"/>
              </a:rPr>
              <a:t>화면 정의서 </a:t>
            </a:r>
            <a:r>
              <a:rPr kumimoji="0" lang="en-US" altLang="ko-KR" sz="2700" b="1" dirty="0">
                <a:latin typeface="Calibri" panose="020F0502020204030204"/>
                <a:ea typeface="+mn-ea"/>
              </a:rPr>
              <a:t>#1 (M10_01)</a:t>
            </a:r>
            <a:endParaRPr kumimoji="0" lang="en-US" sz="2700" b="1" dirty="0">
              <a:latin typeface="Calibri" panose="020F0502020204030204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FFF41C-ED85-5F62-76AF-A75105D96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41284"/>
            <a:ext cx="8885382" cy="550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0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0C10-35C3-FBD5-294D-3B599B0C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B5D3ED-4232-71F2-8CAD-B356252A8BE3}"/>
              </a:ext>
            </a:extLst>
          </p:cNvPr>
          <p:cNvSpPr txBox="1"/>
          <p:nvPr/>
        </p:nvSpPr>
        <p:spPr>
          <a:xfrm>
            <a:off x="0" y="2431473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+mn-ea"/>
                <a:ea typeface="+mn-ea"/>
              </a:rPr>
              <a:t>아래 내용은 기존 교육생의 화면정의서 실제 작성 내용임</a:t>
            </a:r>
            <a:endParaRPr lang="en-US" altLang="ko-KR" sz="2800" dirty="0">
              <a:latin typeface="+mn-ea"/>
              <a:ea typeface="+mn-ea"/>
            </a:endParaRPr>
          </a:p>
          <a:p>
            <a:pPr algn="ctr"/>
            <a:r>
              <a:rPr lang="en-US" altLang="ko-KR" sz="2800" dirty="0">
                <a:latin typeface="+mn-ea"/>
                <a:ea typeface="+mn-ea"/>
              </a:rPr>
              <a:t>(</a:t>
            </a:r>
            <a:r>
              <a:rPr lang="ko-KR" altLang="en-US" sz="2800" dirty="0">
                <a:latin typeface="+mn-ea"/>
                <a:ea typeface="+mn-ea"/>
              </a:rPr>
              <a:t>아래 내용 수준으로 제출도 가능</a:t>
            </a:r>
            <a:r>
              <a:rPr lang="en-US" altLang="ko-KR" sz="2800" dirty="0">
                <a:latin typeface="+mn-ea"/>
                <a:ea typeface="+mn-ea"/>
              </a:rPr>
              <a:t>)</a:t>
            </a:r>
          </a:p>
          <a:p>
            <a:pPr algn="ctr"/>
            <a:r>
              <a:rPr lang="ko-KR" altLang="en-US" sz="2800" dirty="0">
                <a:latin typeface="+mn-ea"/>
                <a:ea typeface="+mn-ea"/>
              </a:rPr>
              <a:t>또한 실제 디자인 또는 구현한</a:t>
            </a:r>
            <a:endParaRPr lang="en-US" altLang="ko-KR" sz="2800" dirty="0">
              <a:latin typeface="+mn-ea"/>
              <a:ea typeface="+mn-ea"/>
            </a:endParaRPr>
          </a:p>
          <a:p>
            <a:pPr algn="ctr"/>
            <a:r>
              <a:rPr lang="ko-KR" altLang="en-US" sz="2800" dirty="0">
                <a:latin typeface="+mn-ea"/>
                <a:ea typeface="+mn-ea"/>
              </a:rPr>
              <a:t> 화면을 </a:t>
            </a:r>
            <a:r>
              <a:rPr lang="ko-KR" altLang="en-US" sz="2800" dirty="0" err="1">
                <a:latin typeface="+mn-ea"/>
                <a:ea typeface="+mn-ea"/>
              </a:rPr>
              <a:t>캡쳐하여</a:t>
            </a:r>
            <a:r>
              <a:rPr lang="ko-KR" altLang="en-US" sz="2800" dirty="0">
                <a:latin typeface="+mn-ea"/>
                <a:ea typeface="+mn-ea"/>
              </a:rPr>
              <a:t> 화면구성도 내 복사한 후 작업도 가능</a:t>
            </a:r>
            <a:endParaRPr lang="en-US" altLang="ko-KR" sz="2800" dirty="0">
              <a:latin typeface="+mn-ea"/>
              <a:ea typeface="+mn-ea"/>
            </a:endParaRPr>
          </a:p>
          <a:p>
            <a:pPr algn="ctr"/>
            <a:endParaRPr lang="en-US" altLang="ko-KR" sz="2800" dirty="0">
              <a:latin typeface="+mn-ea"/>
              <a:ea typeface="+mn-ea"/>
            </a:endParaRPr>
          </a:p>
          <a:p>
            <a:pPr algn="ctr"/>
            <a:r>
              <a:rPr lang="ko-KR" altLang="en-US" sz="2800" dirty="0">
                <a:latin typeface="+mn-ea"/>
                <a:ea typeface="+mn-ea"/>
              </a:rPr>
              <a:t>단</a:t>
            </a:r>
            <a:r>
              <a:rPr lang="en-US" altLang="ko-KR" sz="2800" dirty="0">
                <a:latin typeface="+mn-ea"/>
                <a:ea typeface="+mn-ea"/>
              </a:rPr>
              <a:t>, </a:t>
            </a:r>
            <a:r>
              <a:rPr lang="ko-KR" altLang="en-US" sz="2800" dirty="0">
                <a:latin typeface="+mn-ea"/>
                <a:ea typeface="+mn-ea"/>
              </a:rPr>
              <a:t>레이아웃 및 메뉴구조도는 포함 필수</a:t>
            </a:r>
            <a:endParaRPr lang="en-US" altLang="ko-KR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077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49DA71-7D8D-2D4F-2F9B-7CDA8F17E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18" y="897008"/>
            <a:ext cx="8180388" cy="5120548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179018" y="125415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2468226" y="125415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3940393" y="125415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4462166" y="125415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Exchange-Main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Main Page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아이디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패스워드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로그인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  → 로그인 화면으로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회원가입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회원가입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(Exchange-Join)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으로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6.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차트로 이동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차트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(Exchange-Chart)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7.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게시판 이동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로그인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(Exchange-Board)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ko-KR" altLang="en-US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6BAD063-F34F-5EBE-9799-0EF74E0B3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67" y="2653300"/>
            <a:ext cx="8166039" cy="1049423"/>
          </a:xfrm>
          <a:prstGeom prst="rect">
            <a:avLst/>
          </a:prstGeom>
        </p:spPr>
      </p:pic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CE787E5-CC37-F733-94BC-6C102935887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46594" y="1643530"/>
            <a:ext cx="2670126" cy="1166347"/>
          </a:xfrm>
          <a:prstGeom prst="bentConnector3">
            <a:avLst>
              <a:gd name="adj1" fmla="val -298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1251923" y="297822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D1F63B-5C2C-353F-AC39-DF7073393203}"/>
              </a:ext>
            </a:extLst>
          </p:cNvPr>
          <p:cNvSpPr/>
          <p:nvPr/>
        </p:nvSpPr>
        <p:spPr>
          <a:xfrm>
            <a:off x="1851566" y="297108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CB63986-ABB1-AD11-13CF-26CFD5A74574}"/>
              </a:ext>
            </a:extLst>
          </p:cNvPr>
          <p:cNvSpPr/>
          <p:nvPr/>
        </p:nvSpPr>
        <p:spPr>
          <a:xfrm>
            <a:off x="2568120" y="299536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7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4DE723FD-6933-000F-298F-7E02729ED585}"/>
              </a:ext>
            </a:extLst>
          </p:cNvPr>
          <p:cNvCxnSpPr/>
          <p:nvPr/>
        </p:nvCxnSpPr>
        <p:spPr>
          <a:xfrm rot="16200000" flipV="1">
            <a:off x="374385" y="1928828"/>
            <a:ext cx="1446846" cy="1037239"/>
          </a:xfrm>
          <a:prstGeom prst="bentConnector3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2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5D5D33B-D472-156B-08AC-ECAB74195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2" y="944637"/>
            <a:ext cx="8100844" cy="18283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288111" y="127000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238416" y="152503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253989" y="1817067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2200559" y="171484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Exchange-Join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회원가입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Join Page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회원이름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아이디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패스워드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패스워드 확인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가입하기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사용자 생성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메인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6.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뒤로가기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ko-KR" altLang="en-US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382357" y="2009206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D1F63B-5C2C-353F-AC39-DF7073393203}"/>
              </a:ext>
            </a:extLst>
          </p:cNvPr>
          <p:cNvSpPr/>
          <p:nvPr/>
        </p:nvSpPr>
        <p:spPr>
          <a:xfrm>
            <a:off x="964504" y="195383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29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A776F44-1689-BEF7-4829-EB89CCF65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0" y="927379"/>
            <a:ext cx="7960884" cy="50189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1138822" y="1219466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299268" y="204592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354559" y="286507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291988" y="504065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Exchange-Board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Board Page-main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게시물 클릭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맑은 고딕"/>
                <a:cs typeface="Arial"/>
              </a:rPr>
              <a:t> → 게시글 상세 화면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(Exchange-Board-View)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 </a:t>
            </a:r>
            <a:r>
              <a:rPr lang="ko-KR" altLang="en-US" sz="800" err="1">
                <a:latin typeface="+mj-lt"/>
                <a:ea typeface="맑은 고딕"/>
                <a:cs typeface="Arial"/>
              </a:rPr>
              <a:t>으로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 이동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게시글 검색 영역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맑은 고딕"/>
                <a:cs typeface="Arial"/>
              </a:rPr>
              <a:t>4. </a:t>
            </a:r>
            <a:r>
              <a:rPr lang="en-US" altLang="ko-KR" sz="800" err="1">
                <a:latin typeface="+mj-lt"/>
                <a:ea typeface="맑은 고딕"/>
                <a:cs typeface="Arial"/>
              </a:rPr>
              <a:t>페이징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 </a:t>
            </a:r>
            <a:r>
              <a:rPr lang="en-US" altLang="ko-KR" sz="800" err="1">
                <a:latin typeface="+mj-lt"/>
                <a:ea typeface="맑은 고딕"/>
                <a:cs typeface="Arial"/>
              </a:rPr>
              <a:t>처리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 </a:t>
            </a:r>
            <a:r>
              <a:rPr lang="en-US" altLang="ko-KR" sz="800" err="1">
                <a:latin typeface="+mj-lt"/>
                <a:ea typeface="맑은 고딕"/>
                <a:cs typeface="Arial"/>
              </a:rPr>
              <a:t>영역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맑은 고딕"/>
                <a:cs typeface="Arial"/>
              </a:rPr>
              <a:t>5. 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등록 버튼 클릭 시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r>
              <a:rPr lang="ko-KR" altLang="en-US" sz="800">
                <a:latin typeface="+mj-lt"/>
                <a:ea typeface="맑은 고딕"/>
                <a:cs typeface="Arial"/>
              </a:rPr>
              <a:t> → 게시글 추가 화면</a:t>
            </a:r>
            <a:r>
              <a:rPr lang="en-US" altLang="ko-KR" sz="800">
                <a:latin typeface="Arial"/>
                <a:ea typeface="바탕체"/>
                <a:cs typeface="Arial"/>
              </a:rPr>
              <a:t> (Exchange-Board-add)</a:t>
            </a:r>
            <a:r>
              <a:rPr lang="ko-KR" altLang="en-US" sz="800">
                <a:latin typeface="Arial"/>
                <a:ea typeface="바탕체"/>
                <a:cs typeface="Arial"/>
              </a:rPr>
              <a:t> </a:t>
            </a:r>
            <a:r>
              <a:rPr lang="ko-KR" altLang="en-US" sz="800" err="1">
                <a:latin typeface="+mj-lt"/>
                <a:ea typeface="맑은 고딕"/>
                <a:cs typeface="Arial"/>
              </a:rPr>
              <a:t>으로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 이동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맑은 고딕"/>
                <a:cs typeface="Arial"/>
              </a:rPr>
              <a:t>6. </a:t>
            </a:r>
            <a:r>
              <a:rPr lang="en-US" altLang="ko-KR" sz="800" err="1">
                <a:latin typeface="+mj-lt"/>
                <a:ea typeface="맑은 고딕"/>
                <a:cs typeface="Arial"/>
              </a:rPr>
              <a:t>뒤로가기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 버튼 클릭 시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r>
              <a:rPr lang="ko-KR" altLang="en-US" sz="800">
                <a:latin typeface="+mj-lt"/>
                <a:ea typeface="맑은 고딕"/>
                <a:cs typeface="Arial"/>
              </a:rPr>
              <a:t> → 메인 화면 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(Exchange-Main)</a:t>
            </a:r>
            <a:r>
              <a:rPr lang="ko-KR" altLang="en-US" sz="800" err="1">
                <a:latin typeface="+mj-lt"/>
                <a:ea typeface="맑은 고딕"/>
                <a:cs typeface="Arial"/>
              </a:rPr>
              <a:t>으로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 이동</a:t>
            </a:r>
            <a:endParaRPr lang="en-US" altLang="ko-KR" sz="800">
              <a:latin typeface="+mj-lt"/>
              <a:ea typeface="맑은 고딕"/>
              <a:cs typeface="Arial"/>
            </a:endParaRPr>
          </a:p>
          <a:p>
            <a:endParaRPr lang="ko-KR" altLang="en-US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172123" y="550517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D1F63B-5C2C-353F-AC39-DF7073393203}"/>
              </a:ext>
            </a:extLst>
          </p:cNvPr>
          <p:cNvSpPr/>
          <p:nvPr/>
        </p:nvSpPr>
        <p:spPr>
          <a:xfrm>
            <a:off x="610931" y="550517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90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Exchange-Board-Add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게시판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등록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Board Page-add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제목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미입력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시 제목을 입력하세요 팝업 생성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내용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80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미입력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시 내용을 입력하세요 팝업 생성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등록 버튼 입력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맑은 고딕"/>
                <a:ea typeface="맑은 고딕"/>
                <a:cs typeface="Arial"/>
              </a:rPr>
              <a:t>→ 게시판 화면</a:t>
            </a:r>
            <a:r>
              <a:rPr lang="en-US" altLang="ko-KR" sz="800">
                <a:latin typeface="맑은 고딕"/>
                <a:ea typeface="맑은 고딕"/>
                <a:cs typeface="Arial"/>
              </a:rPr>
              <a:t>(Exchange-Board)</a:t>
            </a:r>
            <a:r>
              <a:rPr lang="ko-KR" altLang="en-US" sz="800" err="1">
                <a:latin typeface="맑은 고딕"/>
                <a:ea typeface="맑은 고딕"/>
                <a:cs typeface="Arial"/>
              </a:rPr>
              <a:t>으로</a:t>
            </a:r>
            <a:r>
              <a:rPr lang="en-US" altLang="ko-KR" sz="800"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800">
                <a:latin typeface="맑은 고딕"/>
                <a:ea typeface="맑은 고딕"/>
                <a:cs typeface="Arial"/>
              </a:rPr>
              <a:t>이동 및 게시물 등록</a:t>
            </a:r>
            <a:endParaRPr lang="en-US" altLang="ko-KR" sz="800">
              <a:latin typeface="맑은 고딕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취소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맑은 고딕"/>
                <a:cs typeface="Arial"/>
              </a:rPr>
              <a:t> → 게시판 화면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(</a:t>
            </a:r>
            <a:r>
              <a:rPr lang="en-US" altLang="ko-KR" sz="800">
                <a:latin typeface="맑은 고딕"/>
                <a:ea typeface="맑은 고딕"/>
                <a:cs typeface="Arial"/>
              </a:rPr>
              <a:t>Exchange-Board</a:t>
            </a:r>
            <a:r>
              <a:rPr lang="en-US" altLang="ko-KR" sz="800">
                <a:latin typeface="+mj-lt"/>
                <a:ea typeface="맑은 고딕"/>
                <a:cs typeface="Arial"/>
              </a:rPr>
              <a:t>)</a:t>
            </a:r>
            <a:r>
              <a:rPr lang="ko-KR" altLang="en-US" sz="800" err="1">
                <a:latin typeface="+mj-lt"/>
                <a:ea typeface="맑은 고딕"/>
                <a:cs typeface="Arial"/>
              </a:rPr>
              <a:t>으로</a:t>
            </a:r>
            <a:r>
              <a:rPr lang="ko-KR" altLang="en-US" sz="800">
                <a:latin typeface="+mj-lt"/>
                <a:ea typeface="맑은 고딕"/>
                <a:cs typeface="Arial"/>
              </a:rPr>
              <a:t> 이동</a:t>
            </a:r>
            <a:endParaRPr lang="en-US" altLang="ko-KR" sz="800">
              <a:latin typeface="+mj-lt"/>
              <a:ea typeface="맑은 고딕"/>
              <a:cs typeface="Arial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123" y="948260"/>
            <a:ext cx="4989157" cy="3151396"/>
          </a:xfrm>
          <a:prstGeom prst="rect">
            <a:avLst/>
          </a:prstGeom>
        </p:spPr>
      </p:pic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695620" y="353366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1198646" y="114645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940406" y="277764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895409" y="197499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251608" y="353366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608" y="4744833"/>
            <a:ext cx="4657748" cy="695004"/>
          </a:xfrm>
          <a:prstGeom prst="rect">
            <a:avLst/>
          </a:prstGeom>
        </p:spPr>
      </p:pic>
      <p:cxnSp>
        <p:nvCxnSpPr>
          <p:cNvPr id="23" name="연결선: 꺾임 40">
            <a:extLst>
              <a:ext uri="{FF2B5EF4-FFF2-40B4-BE49-F238E27FC236}">
                <a16:creationId xmlns:a16="http://schemas.microsoft.com/office/drawing/2014/main" id="{4DE723FD-6933-000F-298F-7E02729ED585}"/>
              </a:ext>
            </a:extLst>
          </p:cNvPr>
          <p:cNvCxnSpPr/>
          <p:nvPr/>
        </p:nvCxnSpPr>
        <p:spPr>
          <a:xfrm rot="16200000" flipH="1">
            <a:off x="515336" y="3846016"/>
            <a:ext cx="1049927" cy="1011643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990BE62-6D07-40E8-A2F7-3C2B4154A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16" y="935111"/>
            <a:ext cx="4817874" cy="41499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Exchange-Board-View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게시판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Board Page-view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수정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게시물 수정 화면</a:t>
            </a:r>
            <a:r>
              <a:rPr lang="en-US" altLang="ko-KR" sz="800">
                <a:cs typeface="Arial" panose="020B0604020202020204" pitchFamily="34" charset="0"/>
              </a:rPr>
              <a:t> (Exchange-Board-Modify)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삭제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삭제하시겠습니까</a:t>
            </a:r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?</a:t>
            </a: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알림 팝업 생성 및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예 클릭 시 게시물 삭제</a:t>
            </a:r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게시판 화면</a:t>
            </a:r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(Exchange-Board)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목록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게시판 화면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(Exchange-Board)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으로 이동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댓글 작성자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6. 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댓글 내용 입력 칸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7. 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작성 버튼 클릭 시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댓글 작성 및 현재 화면</a:t>
            </a:r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lang="en-US" altLang="ko-KR" sz="800">
                <a:cs typeface="Arial" panose="020B0604020202020204" pitchFamily="34" charset="0"/>
              </a:rPr>
              <a:t>Exchange-Board-View</a:t>
            </a:r>
            <a:r>
              <a:rPr lang="en-US" altLang="ko-KR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유지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1673334" y="120577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350106" y="310462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774817" y="310462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586138" y="374182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1199528" y="310462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586139" y="418498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353713" y="461170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7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10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72" y="927380"/>
            <a:ext cx="6314208" cy="40047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2170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Exchange-Board-Modify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998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게시판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게시글 수정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Board Page-</a:t>
            </a:r>
            <a:r>
              <a:rPr lang="en-US" altLang="ko-KR" err="1">
                <a:latin typeface="맑은 고딕 (본문)"/>
              </a:rPr>
              <a:t>modifiy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제목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80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미입력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시 제목을 입력하세요 팝업 생성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내용 입력 칸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80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미입력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 시 내용을 입력하세요 팝업 생성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수정 버튼 입력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→ 게시물 수정 및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게시물 화면</a:t>
            </a:r>
            <a:r>
              <a:rPr lang="en-US" altLang="ko-KR" sz="800">
                <a:cs typeface="Arial" panose="020B0604020202020204" pitchFamily="34" charset="0"/>
              </a:rPr>
              <a:t> (Exchange-Board)</a:t>
            </a:r>
            <a:r>
              <a:rPr lang="ko-KR" altLang="en-US" sz="8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cs typeface="Arial" panose="020B0604020202020204" pitchFamily="34" charset="0"/>
              </a:rPr>
              <a:t>으로 이동</a:t>
            </a:r>
            <a:endParaRPr lang="en-US" altLang="ko-KR" sz="800">
              <a:solidFill>
                <a:prstClr val="black"/>
              </a:solidFill>
              <a:latin typeface="맑은 고딕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/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메인 화면</a:t>
            </a:r>
            <a:r>
              <a:rPr lang="en-US" altLang="ko-KR" sz="800">
                <a:cs typeface="Arial" panose="020B0604020202020204" pitchFamily="34" charset="0"/>
              </a:rPr>
              <a:t> 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1548760" y="1273579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848963" y="220657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825871" y="3137997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940406" y="420098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448376" y="420417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62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18FD1C-5DFA-4E42-827F-96408926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78" y="935672"/>
            <a:ext cx="8054137" cy="54109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38036" y="878156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38035" y="114364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38035" y="134468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54300" y="154573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Exchange-Chart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차트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Chart Page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날짜 선택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(Exchange-Chart-Past)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미래 예측 그래프 출력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(B)</a:t>
            </a: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게시판으로가기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게시판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(Exchange-Board)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6.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메인으로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7.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그래프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달러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)</a:t>
            </a: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8.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그래프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유로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)</a:t>
            </a:r>
          </a:p>
          <a:p>
            <a:r>
              <a:rPr lang="en-US" altLang="ko-KR" sz="800">
                <a:latin typeface="+mj-lt"/>
                <a:ea typeface="맑은 고딕"/>
                <a:cs typeface="Arial"/>
              </a:rPr>
              <a:t> </a:t>
            </a:r>
            <a:r>
              <a:rPr lang="en-US" altLang="ko-KR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*</a:t>
            </a:r>
            <a:r>
              <a:rPr lang="ko-KR" altLang="en-US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관리자만 확인 가능</a:t>
            </a: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9.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비정상 날짜 선택 시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에러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메세지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B.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그래프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579879" y="144458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D1F63B-5C2C-353F-AC39-DF7073393203}"/>
              </a:ext>
            </a:extLst>
          </p:cNvPr>
          <p:cNvSpPr/>
          <p:nvPr/>
        </p:nvSpPr>
        <p:spPr>
          <a:xfrm>
            <a:off x="1325004" y="144458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0743035-55C4-4B45-AF43-5DA7887D28E6}"/>
              </a:ext>
            </a:extLst>
          </p:cNvPr>
          <p:cNvSpPr/>
          <p:nvPr/>
        </p:nvSpPr>
        <p:spPr>
          <a:xfrm>
            <a:off x="147048" y="215579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05F5AE1-E644-4038-92B2-F0CA6536C2EB}"/>
              </a:ext>
            </a:extLst>
          </p:cNvPr>
          <p:cNvSpPr/>
          <p:nvPr/>
        </p:nvSpPr>
        <p:spPr>
          <a:xfrm>
            <a:off x="118411" y="384295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98957C1-8AC6-45D0-A243-F7C9B53F81F4}"/>
              </a:ext>
            </a:extLst>
          </p:cNvPr>
          <p:cNvSpPr/>
          <p:nvPr/>
        </p:nvSpPr>
        <p:spPr>
          <a:xfrm>
            <a:off x="48443" y="5492406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F46632-A5E4-474E-BFCE-5C99E971E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796" y="1028531"/>
            <a:ext cx="2188208" cy="43262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4491FBE-0467-40DA-8059-1BFD8F5E49EA}"/>
              </a:ext>
            </a:extLst>
          </p:cNvPr>
          <p:cNvCxnSpPr>
            <a:endCxn id="6" idx="1"/>
          </p:cNvCxnSpPr>
          <p:nvPr/>
        </p:nvCxnSpPr>
        <p:spPr>
          <a:xfrm>
            <a:off x="1504632" y="1017678"/>
            <a:ext cx="1062164" cy="227166"/>
          </a:xfrm>
          <a:prstGeom prst="bentConnector3">
            <a:avLst>
              <a:gd name="adj1" fmla="val 73316"/>
            </a:avLst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5385789-5187-4998-9B45-334C3B934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388" y="1724939"/>
            <a:ext cx="2406698" cy="386941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0937FB6-8B0C-41FA-BA76-5F2DB0C0849D}"/>
              </a:ext>
            </a:extLst>
          </p:cNvPr>
          <p:cNvCxnSpPr>
            <a:endCxn id="17" idx="1"/>
          </p:cNvCxnSpPr>
          <p:nvPr/>
        </p:nvCxnSpPr>
        <p:spPr>
          <a:xfrm>
            <a:off x="2508250" y="3657600"/>
            <a:ext cx="2149138" cy="204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29409AFA-2349-4037-889F-277DD6B32BA1}"/>
              </a:ext>
            </a:extLst>
          </p:cNvPr>
          <p:cNvSpPr/>
          <p:nvPr/>
        </p:nvSpPr>
        <p:spPr>
          <a:xfrm>
            <a:off x="2446755" y="885043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49C721C-F22C-4F5E-AF68-0D8AD79E9320}"/>
              </a:ext>
            </a:extLst>
          </p:cNvPr>
          <p:cNvSpPr/>
          <p:nvPr/>
        </p:nvSpPr>
        <p:spPr>
          <a:xfrm>
            <a:off x="4493382" y="158650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03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08268F3-6163-4689-A23E-3AA3D9C2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" y="927380"/>
            <a:ext cx="6994299" cy="55604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CB5E16-A3AA-B6C3-D77D-D113A1AF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F2DBD99-6391-D120-8F78-85C9FF476D7F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B03C6D-4A83-F902-0478-88D32C44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B1397B-AA3C-CCBC-62FF-F15359B0F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C2B1D16-2452-9E2D-2D23-8725BA7012CB}"/>
              </a:ext>
            </a:extLst>
          </p:cNvPr>
          <p:cNvSpPr/>
          <p:nvPr/>
        </p:nvSpPr>
        <p:spPr>
          <a:xfrm>
            <a:off x="74984" y="79174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AC2FD81-EF51-3509-B801-C177E57DBD01}"/>
              </a:ext>
            </a:extLst>
          </p:cNvPr>
          <p:cNvSpPr/>
          <p:nvPr/>
        </p:nvSpPr>
        <p:spPr>
          <a:xfrm>
            <a:off x="72590" y="108495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10D699-F5B1-F4D4-77EE-0C6D00FF92E0}"/>
              </a:ext>
            </a:extLst>
          </p:cNvPr>
          <p:cNvSpPr/>
          <p:nvPr/>
        </p:nvSpPr>
        <p:spPr>
          <a:xfrm>
            <a:off x="69299" y="128599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BE3A7-68BF-D9E7-F5E4-29790DCB2042}"/>
              </a:ext>
            </a:extLst>
          </p:cNvPr>
          <p:cNvSpPr/>
          <p:nvPr/>
        </p:nvSpPr>
        <p:spPr>
          <a:xfrm>
            <a:off x="49153" y="148323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D1BF6-F2BD-D677-5A32-0D251A0880C8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Exchange-Chart-Past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BDD6-29AE-7443-F865-B6F20E17F4B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차트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과거차트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B5A3E-CB97-8135-0CAC-F502BCCDC675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Chart Page-past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17105-91B1-7572-8075-D8B8C8E1BB0D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76A69A-06CD-7067-3377-363CF42E5A8E}"/>
              </a:ext>
            </a:extLst>
          </p:cNvPr>
          <p:cNvSpPr txBox="1"/>
          <p:nvPr/>
        </p:nvSpPr>
        <p:spPr>
          <a:xfrm>
            <a:off x="8444951" y="638334"/>
            <a:ext cx="1186833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날짜 선택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(Exchange-Chart-Past)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미래 예측 그래프 출력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게시판으로가기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게시판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(Exchange-Board)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6.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메인으로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7.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그래프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* </a:t>
            </a:r>
            <a:r>
              <a:rPr lang="ko-KR" altLang="en-US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유로 데이터는 관리자만 확인 가능</a:t>
            </a:r>
            <a:endParaRPr lang="en-US" altLang="ko-KR" sz="800">
              <a:solidFill>
                <a:srgbClr val="FF0000"/>
              </a:solidFill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8.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그래프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 *</a:t>
            </a:r>
            <a:r>
              <a:rPr lang="ko-KR" altLang="en-US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유로 데이터는 관리자만 확인 가</a:t>
            </a:r>
            <a:endParaRPr lang="en-US" altLang="ko-KR" sz="800">
              <a:solidFill>
                <a:srgbClr val="FF0000"/>
              </a:solidFill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9.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0B3B2A-AADF-62FA-EA1B-DB66312589DA}"/>
              </a:ext>
            </a:extLst>
          </p:cNvPr>
          <p:cNvSpPr/>
          <p:nvPr/>
        </p:nvSpPr>
        <p:spPr>
          <a:xfrm>
            <a:off x="584679" y="139266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D1F63B-5C2C-353F-AC39-DF7073393203}"/>
              </a:ext>
            </a:extLst>
          </p:cNvPr>
          <p:cNvSpPr/>
          <p:nvPr/>
        </p:nvSpPr>
        <p:spPr>
          <a:xfrm>
            <a:off x="1304843" y="1385889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0743035-55C4-4B45-AF43-5DA7887D28E6}"/>
              </a:ext>
            </a:extLst>
          </p:cNvPr>
          <p:cNvSpPr/>
          <p:nvPr/>
        </p:nvSpPr>
        <p:spPr>
          <a:xfrm>
            <a:off x="212777" y="200343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05F5AE1-E644-4038-92B2-F0CA6536C2EB}"/>
              </a:ext>
            </a:extLst>
          </p:cNvPr>
          <p:cNvSpPr/>
          <p:nvPr/>
        </p:nvSpPr>
        <p:spPr>
          <a:xfrm>
            <a:off x="2475531" y="199327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9409AFA-2349-4037-889F-277DD6B32BA1}"/>
              </a:ext>
            </a:extLst>
          </p:cNvPr>
          <p:cNvSpPr/>
          <p:nvPr/>
        </p:nvSpPr>
        <p:spPr>
          <a:xfrm>
            <a:off x="62698" y="533582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29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3B12-298D-D3B6-A7CD-44EE218F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5B80C9-7B79-4AC3-62D1-0449E4710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" y="927380"/>
            <a:ext cx="6994299" cy="55604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9A47CA-E2AD-507B-8FA3-C6E7AD27A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406" y="338203"/>
            <a:ext cx="1432120" cy="62630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2F84C91-E638-1AE0-02AF-91EFCDFD2988}"/>
              </a:ext>
            </a:extLst>
          </p:cNvPr>
          <p:cNvSpPr/>
          <p:nvPr/>
        </p:nvSpPr>
        <p:spPr>
          <a:xfrm>
            <a:off x="119380" y="463550"/>
            <a:ext cx="8281988" cy="60762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54D4F4-8F30-76E1-3638-A4097AEA4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262"/>
            <a:ext cx="964504" cy="376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DC299F-DD3C-A141-1B78-CFD232F97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7" y="300712"/>
            <a:ext cx="8345717" cy="564981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B1ED1C2-3DC9-B8EA-40BA-7583B44DB338}"/>
              </a:ext>
            </a:extLst>
          </p:cNvPr>
          <p:cNvSpPr/>
          <p:nvPr/>
        </p:nvSpPr>
        <p:spPr>
          <a:xfrm>
            <a:off x="74984" y="791741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AA9EB06-C7C0-EB9C-EA85-6BC62B966267}"/>
              </a:ext>
            </a:extLst>
          </p:cNvPr>
          <p:cNvSpPr/>
          <p:nvPr/>
        </p:nvSpPr>
        <p:spPr>
          <a:xfrm>
            <a:off x="72590" y="108495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8D05859-3D24-421E-C9F2-AF5BDB899459}"/>
              </a:ext>
            </a:extLst>
          </p:cNvPr>
          <p:cNvSpPr/>
          <p:nvPr/>
        </p:nvSpPr>
        <p:spPr>
          <a:xfrm>
            <a:off x="69299" y="1285995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39152C6-E5C8-83AD-03E0-665516E77681}"/>
              </a:ext>
            </a:extLst>
          </p:cNvPr>
          <p:cNvSpPr/>
          <p:nvPr/>
        </p:nvSpPr>
        <p:spPr>
          <a:xfrm>
            <a:off x="49153" y="1483234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4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26751F-1E1E-BD5F-C994-72D74BEFCE07}"/>
              </a:ext>
            </a:extLst>
          </p:cNvPr>
          <p:cNvSpPr txBox="1"/>
          <p:nvPr/>
        </p:nvSpPr>
        <p:spPr>
          <a:xfrm>
            <a:off x="1040301" y="37013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Exchange-Chart-Past</a:t>
            </a:r>
            <a:endParaRPr lang="ko-KR" altLang="en-US">
              <a:latin typeface="맑은 고딕 (본문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8D428-1A48-D6A0-5347-7FA8D69AC899}"/>
              </a:ext>
            </a:extLst>
          </p:cNvPr>
          <p:cNvSpPr txBox="1"/>
          <p:nvPr/>
        </p:nvSpPr>
        <p:spPr>
          <a:xfrm>
            <a:off x="1043015" y="608620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홈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차트 </a:t>
            </a:r>
            <a:r>
              <a:rPr lang="en-US" altLang="ko-KR">
                <a:latin typeface="+mj-lt"/>
                <a:ea typeface="+mn-ea"/>
                <a:cs typeface="Arial" panose="020B0604020202020204" pitchFamily="34" charset="0"/>
              </a:rPr>
              <a:t>&gt; </a:t>
            </a:r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과거차트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3B318C-34D7-38B9-4FB9-9AD864406ADA}"/>
              </a:ext>
            </a:extLst>
          </p:cNvPr>
          <p:cNvSpPr txBox="1"/>
          <p:nvPr/>
        </p:nvSpPr>
        <p:spPr>
          <a:xfrm>
            <a:off x="5696510" y="36239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맑은 고딕 (본문)"/>
              </a:rPr>
              <a:t>Chart Page-past</a:t>
            </a:r>
            <a:endParaRPr lang="ko-KR" altLang="en-US">
              <a:latin typeface="맑은 고딕 (본문)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7E2EE-AC82-2CBD-DB71-F803C53D17E3}"/>
              </a:ext>
            </a:extLst>
          </p:cNvPr>
          <p:cNvSpPr txBox="1"/>
          <p:nvPr/>
        </p:nvSpPr>
        <p:spPr>
          <a:xfrm>
            <a:off x="5693796" y="608619"/>
            <a:ext cx="172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j-lt"/>
                <a:ea typeface="+mn-ea"/>
                <a:cs typeface="Arial" panose="020B0604020202020204" pitchFamily="34" charset="0"/>
              </a:rPr>
              <a:t>환율 예측 서비스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C7AEC8-0A4A-66F2-2FA2-8C043B98C829}"/>
              </a:ext>
            </a:extLst>
          </p:cNvPr>
          <p:cNvSpPr txBox="1"/>
          <p:nvPr/>
        </p:nvSpPr>
        <p:spPr>
          <a:xfrm>
            <a:off x="8444951" y="638334"/>
            <a:ext cx="1186833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1.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날짜 선택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화면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(Exchange-Chart-Past)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3.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데이터보기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API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Request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요청 후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현재 미래 예측 그래프 출력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4.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로그아웃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5. </a:t>
            </a:r>
            <a:r>
              <a:rPr lang="ko-KR" altLang="en-US" sz="800" err="1">
                <a:latin typeface="+mj-lt"/>
                <a:ea typeface="+mn-ea"/>
                <a:cs typeface="Arial" panose="020B0604020202020204" pitchFamily="34" charset="0"/>
              </a:rPr>
              <a:t>게시판으로가기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게시판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(Exchange-Board)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6.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메인으로 버튼 클릭 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 → 메인 화면 </a:t>
            </a:r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(Exchange-Main)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으로 이동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7.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과거 데이터 그래프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* </a:t>
            </a:r>
            <a:r>
              <a:rPr lang="ko-KR" altLang="en-US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유로 데이터는 관리자만 확인 가능</a:t>
            </a:r>
            <a:endParaRPr lang="en-US" altLang="ko-KR" sz="800">
              <a:solidFill>
                <a:srgbClr val="FF0000"/>
              </a:solidFill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8.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그래프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 *</a:t>
            </a:r>
            <a:r>
              <a:rPr lang="ko-KR" altLang="en-US" sz="800">
                <a:solidFill>
                  <a:srgbClr val="FF0000"/>
                </a:solidFill>
                <a:latin typeface="+mj-lt"/>
                <a:ea typeface="맑은 고딕"/>
                <a:cs typeface="Arial"/>
              </a:rPr>
              <a:t>유로 데이터는 관리자만 확인 가</a:t>
            </a:r>
            <a:endParaRPr lang="en-US" altLang="ko-KR" sz="800">
              <a:solidFill>
                <a:srgbClr val="FF0000"/>
              </a:solidFill>
              <a:latin typeface="+mj-lt"/>
              <a:ea typeface="맑은 고딕"/>
              <a:cs typeface="Arial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r>
              <a:rPr lang="en-US" altLang="ko-KR" sz="800">
                <a:latin typeface="+mj-lt"/>
                <a:ea typeface="+mn-ea"/>
                <a:cs typeface="Arial" panose="020B0604020202020204" pitchFamily="34" charset="0"/>
              </a:rPr>
              <a:t>9. </a:t>
            </a:r>
            <a:r>
              <a:rPr lang="ko-KR" altLang="en-US" sz="800">
                <a:latin typeface="+mj-lt"/>
                <a:ea typeface="+mn-ea"/>
                <a:cs typeface="Arial" panose="020B0604020202020204" pitchFamily="34" charset="0"/>
              </a:rPr>
              <a:t>미래 데이터 표</a:t>
            </a:r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  <a:p>
            <a:endParaRPr lang="en-US" altLang="ko-KR" sz="800"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3A44515-3D94-D822-CD4E-1E50E6BC445A}"/>
              </a:ext>
            </a:extLst>
          </p:cNvPr>
          <p:cNvSpPr/>
          <p:nvPr/>
        </p:nvSpPr>
        <p:spPr>
          <a:xfrm>
            <a:off x="584679" y="1392662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338BB2A-1A84-6DD6-F680-01A4AF1EC976}"/>
              </a:ext>
            </a:extLst>
          </p:cNvPr>
          <p:cNvSpPr/>
          <p:nvPr/>
        </p:nvSpPr>
        <p:spPr>
          <a:xfrm>
            <a:off x="1304843" y="1385889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6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940CB15-F0A2-5358-91FF-33BE99ED341F}"/>
              </a:ext>
            </a:extLst>
          </p:cNvPr>
          <p:cNvSpPr/>
          <p:nvPr/>
        </p:nvSpPr>
        <p:spPr>
          <a:xfrm>
            <a:off x="212777" y="200343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3D926DD-CFBE-C7EE-10A4-43F5C1574555}"/>
              </a:ext>
            </a:extLst>
          </p:cNvPr>
          <p:cNvSpPr/>
          <p:nvPr/>
        </p:nvSpPr>
        <p:spPr>
          <a:xfrm>
            <a:off x="2475531" y="1993270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FF00B71-C166-E50B-AB59-F178BFCBBBAA}"/>
              </a:ext>
            </a:extLst>
          </p:cNvPr>
          <p:cNvSpPr/>
          <p:nvPr/>
        </p:nvSpPr>
        <p:spPr>
          <a:xfrm>
            <a:off x="62698" y="5335828"/>
            <a:ext cx="199789" cy="199789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36000" rIns="36000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1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endParaRPr kumimoji="0" lang="ko-KR" altLang="en-US" sz="8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1690711"/>
      </p:ext>
    </p:extLst>
  </p:cSld>
  <p:clrMapOvr>
    <a:masterClrMapping/>
  </p:clrMapOvr>
</p:sld>
</file>

<file path=ppt/theme/theme1.xml><?xml version="1.0" encoding="utf-8"?>
<a:theme xmlns:a="http://schemas.openxmlformats.org/drawingml/2006/main" name="화면설계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ysClr val="window" lastClr="FFFFFF">
            <a:lumMod val="50000"/>
          </a:sysClr>
        </a:solidFill>
        <a:ln w="952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</a:spPr>
      <a:bodyPr lIns="36000" rIns="36000"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" b="1" i="0" u="none" strike="noStrike" kern="0" cap="none" spc="0" normalizeH="0" baseline="0" noProof="0" dirty="0" smtClean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맑은 고딕" pitchFamily="50" charset="-127"/>
            <a:ea typeface="맑은 고딕" pitchFamily="50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화면설계템플릿" id="{9904B833-B681-4CB8-8EBB-724ED4051131}" vid="{0686FEEB-6FEE-4570-BC88-1AE5B63533F6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G:\03.작업관리\04.문서표준\산출물표준-파워포인트-가로.pot</Template>
  <TotalTime>3</TotalTime>
  <Words>1014</Words>
  <Application>Microsoft Office PowerPoint</Application>
  <PresentationFormat>A4 용지(210x297mm)</PresentationFormat>
  <Paragraphs>287</Paragraphs>
  <Slides>14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맑은 고딕 (본문)</vt:lpstr>
      <vt:lpstr>Arial</vt:lpstr>
      <vt:lpstr>Arial Rounded MT Bold</vt:lpstr>
      <vt:lpstr>Calibri</vt:lpstr>
      <vt:lpstr>화면설계템플릿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SRS-AN-03. 업무흐름도</dc:title>
  <dc:subject>프로젝트 명</dc:subject>
  <dc:creator>saltware</dc:creator>
  <cp:keywords>XXX-XXX-AD-02</cp:keywords>
  <cp:lastModifiedBy>xf5k9</cp:lastModifiedBy>
  <cp:revision>5</cp:revision>
  <cp:lastPrinted>2017-10-17T02:45:59Z</cp:lastPrinted>
  <dcterms:created xsi:type="dcterms:W3CDTF">2003-12-22T08:07:40Z</dcterms:created>
  <dcterms:modified xsi:type="dcterms:W3CDTF">2026-05-18T00:34:50Z</dcterms:modified>
  <cp:category>Ver. 1.2</cp:category>
</cp:coreProperties>
</file>